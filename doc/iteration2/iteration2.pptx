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Sora"/>
      <p:regular r:id="rId18"/>
      <p:bold r:id="rId19"/>
    </p:embeddedFont>
    <p:embeddedFont>
      <p:font typeface="IBM Plex Sans"/>
      <p:regular r:id="rId20"/>
      <p:bold r:id="rId21"/>
      <p:italic r:id="rId22"/>
      <p:boldItalic r:id="rId23"/>
    </p:embeddedFont>
    <p:embeddedFont>
      <p:font typeface="Sora SemiBold"/>
      <p:regular r:id="rId24"/>
      <p:bold r:id="rId25"/>
    </p:embeddedFont>
    <p:embeddedFont>
      <p:font typeface="Poppins"/>
      <p:regular r:id="rId26"/>
      <p:bold r:id="rId27"/>
      <p:italic r:id="rId28"/>
      <p:boldItalic r:id="rId29"/>
    </p:embeddedFont>
    <p:embeddedFont>
      <p:font typeface="Urbanist Medium"/>
      <p:regular r:id="rId30"/>
      <p:bold r:id="rId31"/>
      <p:italic r:id="rId32"/>
      <p:boldItalic r:id="rId33"/>
    </p:embeddedFont>
    <p:embeddedFont>
      <p:font typeface="IBM Plex Sans Medium"/>
      <p:regular r:id="rId34"/>
      <p:bold r:id="rId35"/>
      <p:italic r:id="rId36"/>
      <p:boldItalic r:id="rId37"/>
    </p:embeddedFont>
    <p:embeddedFont>
      <p:font typeface="Urbanist"/>
      <p:regular r:id="rId38"/>
      <p:bold r:id="rId39"/>
      <p:italic r:id="rId40"/>
      <p:boldItalic r:id="rId41"/>
    </p:embeddedFont>
    <p:embeddedFont>
      <p:font typeface="Sora Light"/>
      <p:regular r:id="rId42"/>
      <p:bold r:id="rId43"/>
    </p:embeddedFont>
    <p:embeddedFont>
      <p:font typeface="Poppins Medium"/>
      <p:regular r:id="rId44"/>
      <p:bold r:id="rId45"/>
      <p:italic r:id="rId46"/>
      <p:boldItalic r:id="rId47"/>
    </p:embeddedFont>
    <p:embeddedFont>
      <p:font typeface="Sora ExtraLight"/>
      <p:regular r:id="rId48"/>
      <p:bold r:id="rId49"/>
    </p:embeddedFont>
    <p:embeddedFont>
      <p:font typeface="Poppins SemiBold"/>
      <p:regular r:id="rId50"/>
      <p:bold r:id="rId51"/>
      <p:italic r:id="rId52"/>
      <p:boldItalic r:id="rId53"/>
    </p:embeddedFont>
    <p:embeddedFont>
      <p:font typeface="Sora Medium"/>
      <p:regular r:id="rId54"/>
      <p:bold r:id="rId55"/>
    </p:embeddedFont>
    <p:embeddedFont>
      <p:font typeface="IBM Plex Sans SemiBold"/>
      <p:regular r:id="rId56"/>
      <p:bold r:id="rId57"/>
      <p:italic r:id="rId58"/>
      <p:boldItalic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Urbanist-italic.fntdata"/><Relationship Id="rId42" Type="http://schemas.openxmlformats.org/officeDocument/2006/relationships/font" Target="fonts/SoraLight-regular.fntdata"/><Relationship Id="rId41" Type="http://schemas.openxmlformats.org/officeDocument/2006/relationships/font" Target="fonts/Urbanist-boldItalic.fntdata"/><Relationship Id="rId44" Type="http://schemas.openxmlformats.org/officeDocument/2006/relationships/font" Target="fonts/PoppinsMedium-regular.fntdata"/><Relationship Id="rId43" Type="http://schemas.openxmlformats.org/officeDocument/2006/relationships/font" Target="fonts/SoraLight-bold.fntdata"/><Relationship Id="rId46" Type="http://schemas.openxmlformats.org/officeDocument/2006/relationships/font" Target="fonts/PoppinsMedium-italic.fntdata"/><Relationship Id="rId45" Type="http://schemas.openxmlformats.org/officeDocument/2006/relationships/font" Target="fonts/PoppinsMedium-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SoraExtraLight-regular.fntdata"/><Relationship Id="rId47" Type="http://schemas.openxmlformats.org/officeDocument/2006/relationships/font" Target="fonts/PoppinsMedium-boldItalic.fntdata"/><Relationship Id="rId49" Type="http://schemas.openxmlformats.org/officeDocument/2006/relationships/font" Target="fonts/SoraExtraLight-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UrbanistMedium-bold.fntdata"/><Relationship Id="rId30" Type="http://schemas.openxmlformats.org/officeDocument/2006/relationships/font" Target="fonts/UrbanistMedium-regular.fntdata"/><Relationship Id="rId33" Type="http://schemas.openxmlformats.org/officeDocument/2006/relationships/font" Target="fonts/UrbanistMedium-boldItalic.fntdata"/><Relationship Id="rId32" Type="http://schemas.openxmlformats.org/officeDocument/2006/relationships/font" Target="fonts/UrbanistMedium-italic.fntdata"/><Relationship Id="rId35" Type="http://schemas.openxmlformats.org/officeDocument/2006/relationships/font" Target="fonts/IBMPlexSansMedium-bold.fntdata"/><Relationship Id="rId34" Type="http://schemas.openxmlformats.org/officeDocument/2006/relationships/font" Target="fonts/IBMPlexSansMedium-regular.fntdata"/><Relationship Id="rId37" Type="http://schemas.openxmlformats.org/officeDocument/2006/relationships/font" Target="fonts/IBMPlexSansMedium-boldItalic.fntdata"/><Relationship Id="rId36" Type="http://schemas.openxmlformats.org/officeDocument/2006/relationships/font" Target="fonts/IBMPlexSansMedium-italic.fntdata"/><Relationship Id="rId39" Type="http://schemas.openxmlformats.org/officeDocument/2006/relationships/font" Target="fonts/Urbanist-bold.fntdata"/><Relationship Id="rId38" Type="http://schemas.openxmlformats.org/officeDocument/2006/relationships/font" Target="fonts/Urbanist-regular.fntdata"/><Relationship Id="rId20" Type="http://schemas.openxmlformats.org/officeDocument/2006/relationships/font" Target="fonts/IBMPlexSans-regular.fntdata"/><Relationship Id="rId22" Type="http://schemas.openxmlformats.org/officeDocument/2006/relationships/font" Target="fonts/IBMPlexSans-italic.fntdata"/><Relationship Id="rId21" Type="http://schemas.openxmlformats.org/officeDocument/2006/relationships/font" Target="fonts/IBMPlexSans-bold.fntdata"/><Relationship Id="rId24" Type="http://schemas.openxmlformats.org/officeDocument/2006/relationships/font" Target="fonts/SoraSemiBold-regular.fntdata"/><Relationship Id="rId23" Type="http://schemas.openxmlformats.org/officeDocument/2006/relationships/font" Target="fonts/IBMPlexSans-boldItalic.fntdata"/><Relationship Id="rId26" Type="http://schemas.openxmlformats.org/officeDocument/2006/relationships/font" Target="fonts/Poppins-regular.fntdata"/><Relationship Id="rId25" Type="http://schemas.openxmlformats.org/officeDocument/2006/relationships/font" Target="fonts/SoraSemiBold-bold.fntdata"/><Relationship Id="rId28" Type="http://schemas.openxmlformats.org/officeDocument/2006/relationships/font" Target="fonts/Poppins-italic.fntdata"/><Relationship Id="rId27" Type="http://schemas.openxmlformats.org/officeDocument/2006/relationships/font" Target="fonts/Poppins-bold.fntdata"/><Relationship Id="rId29" Type="http://schemas.openxmlformats.org/officeDocument/2006/relationships/font" Target="fonts/Poppins-boldItalic.fntdata"/><Relationship Id="rId51" Type="http://schemas.openxmlformats.org/officeDocument/2006/relationships/font" Target="fonts/PoppinsSemiBold-bold.fntdata"/><Relationship Id="rId50" Type="http://schemas.openxmlformats.org/officeDocument/2006/relationships/font" Target="fonts/PoppinsSemiBold-regular.fntdata"/><Relationship Id="rId53" Type="http://schemas.openxmlformats.org/officeDocument/2006/relationships/font" Target="fonts/PoppinsSemiBold-boldItalic.fntdata"/><Relationship Id="rId52" Type="http://schemas.openxmlformats.org/officeDocument/2006/relationships/font" Target="fonts/PoppinsSemiBold-italic.fntdata"/><Relationship Id="rId11" Type="http://schemas.openxmlformats.org/officeDocument/2006/relationships/slide" Target="slides/slide6.xml"/><Relationship Id="rId55" Type="http://schemas.openxmlformats.org/officeDocument/2006/relationships/font" Target="fonts/SoraMedium-bold.fntdata"/><Relationship Id="rId10" Type="http://schemas.openxmlformats.org/officeDocument/2006/relationships/slide" Target="slides/slide5.xml"/><Relationship Id="rId54" Type="http://schemas.openxmlformats.org/officeDocument/2006/relationships/font" Target="fonts/SoraMedium-regular.fntdata"/><Relationship Id="rId13" Type="http://schemas.openxmlformats.org/officeDocument/2006/relationships/slide" Target="slides/slide8.xml"/><Relationship Id="rId57" Type="http://schemas.openxmlformats.org/officeDocument/2006/relationships/font" Target="fonts/IBMPlexSansSemiBold-bold.fntdata"/><Relationship Id="rId12" Type="http://schemas.openxmlformats.org/officeDocument/2006/relationships/slide" Target="slides/slide7.xml"/><Relationship Id="rId56" Type="http://schemas.openxmlformats.org/officeDocument/2006/relationships/font" Target="fonts/IBMPlexSansSemiBold-regular.fntdata"/><Relationship Id="rId15" Type="http://schemas.openxmlformats.org/officeDocument/2006/relationships/slide" Target="slides/slide10.xml"/><Relationship Id="rId59" Type="http://schemas.openxmlformats.org/officeDocument/2006/relationships/font" Target="fonts/IBMPlexSansSemiBold-boldItalic.fntdata"/><Relationship Id="rId14" Type="http://schemas.openxmlformats.org/officeDocument/2006/relationships/slide" Target="slides/slide9.xml"/><Relationship Id="rId58" Type="http://schemas.openxmlformats.org/officeDocument/2006/relationships/font" Target="fonts/IBMPlexSansSemi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Sora-bold.fntdata"/><Relationship Id="rId18" Type="http://schemas.openxmlformats.org/officeDocument/2006/relationships/font" Target="fonts/Sora-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g381ede7644e_0_46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4" name="Google Shape;984;g381ede7644e_0_46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g3850c60facd_0_9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2" name="Google Shape;992;g3850c60facd_0_9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68d1d86814_0_10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0" name="Google Shape;1000;g368d1d86814_0_10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g368d1d86814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8" name="Google Shape;1008;g368d1d86814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368d1d86814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6" name="Google Shape;1016;g368d1d86814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g368d1d86814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4" name="Google Shape;1024;g368d1d86814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g368d1d86814_0_19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2" name="Google Shape;1032;g368d1d86814_0_19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g368d1d86814_0_29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9" name="Google Shape;1039;g368d1d86814_0_29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368d1d86814_0_39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0" name="Google Shape;1050;g368d1d86814_0_39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g368d1d8681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0" name="Google Shape;1060;g368d1d8681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g3850c60fac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3" name="Google Shape;1073;g3850c60fac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g3893701006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8" name="Google Shape;1078;g3893701006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2">
  <p:cSld name="BLANK_2">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11" name="Google Shape;11;p2"/>
          <p:cNvSpPr/>
          <p:nvPr/>
        </p:nvSpPr>
        <p:spPr>
          <a:xfrm rot="-900003">
            <a:off x="2618331" y="-723216"/>
            <a:ext cx="4001240" cy="1687704"/>
          </a:xfrm>
          <a:prstGeom prst="chord">
            <a:avLst>
              <a:gd fmla="val 694140" name="adj1"/>
              <a:gd fmla="val 11948531"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 name="Google Shape;12;p2"/>
          <p:cNvSpPr txBox="1"/>
          <p:nvPr>
            <p:ph idx="2" type="subTitle"/>
          </p:nvPr>
        </p:nvSpPr>
        <p:spPr>
          <a:xfrm>
            <a:off x="138475" y="228600"/>
            <a:ext cx="21645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13" name="Google Shape;13;p2"/>
          <p:cNvSpPr/>
          <p:nvPr/>
        </p:nvSpPr>
        <p:spPr>
          <a:xfrm>
            <a:off x="228600" y="4445350"/>
            <a:ext cx="4823700" cy="21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14" name="Google Shape;14;p2"/>
          <p:cNvGrpSpPr/>
          <p:nvPr/>
        </p:nvGrpSpPr>
        <p:grpSpPr>
          <a:xfrm flipH="1" rot="10800000">
            <a:off x="4395238" y="-11"/>
            <a:ext cx="4748757" cy="2797859"/>
            <a:chOff x="3200875" y="1642950"/>
            <a:chExt cx="5970275" cy="3517550"/>
          </a:xfrm>
        </p:grpSpPr>
        <p:sp>
          <p:nvSpPr>
            <p:cNvPr id="15" name="Google Shape;15;p2"/>
            <p:cNvSpPr/>
            <p:nvPr/>
          </p:nvSpPr>
          <p:spPr>
            <a:xfrm>
              <a:off x="4208325" y="1644500"/>
              <a:ext cx="4962825" cy="3516000"/>
            </a:xfrm>
            <a:custGeom>
              <a:rect b="b" l="l" r="r" t="t"/>
              <a:pathLst>
                <a:path extrusionOk="0" h="140640" w="198513">
                  <a:moveTo>
                    <a:pt x="31387" y="0"/>
                  </a:moveTo>
                  <a:lnTo>
                    <a:pt x="0" y="140640"/>
                  </a:lnTo>
                  <a:lnTo>
                    <a:pt x="198513" y="140640"/>
                  </a:lnTo>
                  <a:lnTo>
                    <a:pt x="198513" y="6370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p:spPr>
        </p:sp>
        <p:sp>
          <p:nvSpPr>
            <p:cNvPr id="16" name="Google Shape;16;p2"/>
            <p:cNvSpPr/>
            <p:nvPr/>
          </p:nvSpPr>
          <p:spPr>
            <a:xfrm>
              <a:off x="3200875" y="1642950"/>
              <a:ext cx="1795975" cy="3517550"/>
            </a:xfrm>
            <a:custGeom>
              <a:rect b="b" l="l" r="r" t="t"/>
              <a:pathLst>
                <a:path extrusionOk="0" h="140702" w="71839">
                  <a:moveTo>
                    <a:pt x="71839" y="0"/>
                  </a:moveTo>
                  <a:lnTo>
                    <a:pt x="40808" y="140702"/>
                  </a:lnTo>
                  <a:lnTo>
                    <a:pt x="0" y="140702"/>
                  </a:lnTo>
                  <a:close/>
                </a:path>
              </a:pathLst>
            </a:custGeom>
            <a:solidFill>
              <a:schemeClr val="accent5"/>
            </a:solidFill>
            <a:ln>
              <a:noFill/>
            </a:ln>
          </p:spPr>
        </p:sp>
      </p:grpSp>
      <p:grpSp>
        <p:nvGrpSpPr>
          <p:cNvPr id="17" name="Google Shape;17;p2"/>
          <p:cNvGrpSpPr/>
          <p:nvPr/>
        </p:nvGrpSpPr>
        <p:grpSpPr>
          <a:xfrm flipH="1">
            <a:off x="6309311" y="2793726"/>
            <a:ext cx="2834695" cy="1890116"/>
            <a:chOff x="312900" y="2793625"/>
            <a:chExt cx="2221200" cy="1481050"/>
          </a:xfrm>
        </p:grpSpPr>
        <p:grpSp>
          <p:nvGrpSpPr>
            <p:cNvPr id="18" name="Google Shape;18;p2"/>
            <p:cNvGrpSpPr/>
            <p:nvPr/>
          </p:nvGrpSpPr>
          <p:grpSpPr>
            <a:xfrm>
              <a:off x="312900" y="2793625"/>
              <a:ext cx="1851000" cy="1481050"/>
              <a:chOff x="461225" y="3249175"/>
              <a:chExt cx="1851000" cy="1481050"/>
            </a:xfrm>
          </p:grpSpPr>
          <p:grpSp>
            <p:nvGrpSpPr>
              <p:cNvPr id="19" name="Google Shape;19;p2"/>
              <p:cNvGrpSpPr/>
              <p:nvPr/>
            </p:nvGrpSpPr>
            <p:grpSpPr>
              <a:xfrm>
                <a:off x="461225" y="3249175"/>
                <a:ext cx="1851000" cy="370200"/>
                <a:chOff x="461225" y="3249175"/>
                <a:chExt cx="1851000" cy="370200"/>
              </a:xfrm>
            </p:grpSpPr>
            <p:sp>
              <p:nvSpPr>
                <p:cNvPr id="20" name="Google Shape;20;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 name="Google Shape;21;p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 name="Google Shape;22;p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3" name="Google Shape;23;p2"/>
              <p:cNvGrpSpPr/>
              <p:nvPr/>
            </p:nvGrpSpPr>
            <p:grpSpPr>
              <a:xfrm>
                <a:off x="461225" y="3619500"/>
                <a:ext cx="1480800" cy="370200"/>
                <a:chOff x="461225" y="3249175"/>
                <a:chExt cx="1480800" cy="370200"/>
              </a:xfrm>
            </p:grpSpPr>
            <p:sp>
              <p:nvSpPr>
                <p:cNvPr id="24" name="Google Shape;24;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 name="Google Shape;25;p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6" name="Google Shape;26;p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 name="Google Shape;27;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8" name="Google Shape;28;p2"/>
              <p:cNvGrpSpPr/>
              <p:nvPr/>
            </p:nvGrpSpPr>
            <p:grpSpPr>
              <a:xfrm>
                <a:off x="461225" y="3989700"/>
                <a:ext cx="1851000" cy="370200"/>
                <a:chOff x="461225" y="3249175"/>
                <a:chExt cx="1851000" cy="370200"/>
              </a:xfrm>
            </p:grpSpPr>
            <p:sp>
              <p:nvSpPr>
                <p:cNvPr id="29" name="Google Shape;29;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 name="Google Shape;30;p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1" name="Google Shape;31;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 name="Google Shape;32;p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3" name="Google Shape;33;p2"/>
              <p:cNvGrpSpPr/>
              <p:nvPr/>
            </p:nvGrpSpPr>
            <p:grpSpPr>
              <a:xfrm>
                <a:off x="461225" y="4360025"/>
                <a:ext cx="1480800" cy="370200"/>
                <a:chOff x="461225" y="3249175"/>
                <a:chExt cx="1480800" cy="370200"/>
              </a:xfrm>
            </p:grpSpPr>
            <p:sp>
              <p:nvSpPr>
                <p:cNvPr id="34" name="Google Shape;34;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 name="Google Shape;35;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6" name="Google Shape;36;p2"/>
            <p:cNvSpPr/>
            <p:nvPr/>
          </p:nvSpPr>
          <p:spPr>
            <a:xfrm>
              <a:off x="2163900" y="390358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37" name="Google Shape;37;p2"/>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lvl1pPr lvl="0">
              <a:lnSpc>
                <a:spcPct val="70000"/>
              </a:lnSpc>
              <a:spcBef>
                <a:spcPts val="0"/>
              </a:spcBef>
              <a:spcAft>
                <a:spcPts val="0"/>
              </a:spcAft>
              <a:buNone/>
              <a:defRPr sz="5500">
                <a:solidFill>
                  <a:schemeClr val="dk1"/>
                </a:solidFill>
              </a:defRPr>
            </a:lvl1pPr>
            <a:lvl2pPr lvl="1">
              <a:spcBef>
                <a:spcPts val="0"/>
              </a:spcBef>
              <a:spcAft>
                <a:spcPts val="0"/>
              </a:spcAft>
              <a:buClr>
                <a:schemeClr val="dk1"/>
              </a:buClr>
              <a:buSzPts val="5500"/>
              <a:buFont typeface="IBM Plex Sans"/>
              <a:buNone/>
              <a:defRPr sz="5500">
                <a:solidFill>
                  <a:schemeClr val="dk1"/>
                </a:solidFill>
              </a:defRPr>
            </a:lvl2pPr>
            <a:lvl3pPr lvl="2">
              <a:spcBef>
                <a:spcPts val="0"/>
              </a:spcBef>
              <a:spcAft>
                <a:spcPts val="0"/>
              </a:spcAft>
              <a:buClr>
                <a:schemeClr val="dk1"/>
              </a:buClr>
              <a:buSzPts val="5500"/>
              <a:buFont typeface="IBM Plex Sans"/>
              <a:buNone/>
              <a:defRPr sz="5500">
                <a:solidFill>
                  <a:schemeClr val="dk1"/>
                </a:solidFill>
              </a:defRPr>
            </a:lvl3pPr>
            <a:lvl4pPr lvl="3">
              <a:spcBef>
                <a:spcPts val="0"/>
              </a:spcBef>
              <a:spcAft>
                <a:spcPts val="0"/>
              </a:spcAft>
              <a:buClr>
                <a:schemeClr val="dk1"/>
              </a:buClr>
              <a:buSzPts val="5500"/>
              <a:buFont typeface="IBM Plex Sans"/>
              <a:buNone/>
              <a:defRPr sz="5500">
                <a:solidFill>
                  <a:schemeClr val="dk1"/>
                </a:solidFill>
              </a:defRPr>
            </a:lvl4pPr>
            <a:lvl5pPr lvl="4">
              <a:spcBef>
                <a:spcPts val="0"/>
              </a:spcBef>
              <a:spcAft>
                <a:spcPts val="0"/>
              </a:spcAft>
              <a:buClr>
                <a:schemeClr val="dk1"/>
              </a:buClr>
              <a:buSzPts val="5500"/>
              <a:buFont typeface="IBM Plex Sans"/>
              <a:buNone/>
              <a:defRPr sz="5500">
                <a:solidFill>
                  <a:schemeClr val="dk1"/>
                </a:solidFill>
              </a:defRPr>
            </a:lvl5pPr>
            <a:lvl6pPr lvl="5">
              <a:spcBef>
                <a:spcPts val="0"/>
              </a:spcBef>
              <a:spcAft>
                <a:spcPts val="0"/>
              </a:spcAft>
              <a:buClr>
                <a:schemeClr val="dk1"/>
              </a:buClr>
              <a:buSzPts val="5500"/>
              <a:buFont typeface="IBM Plex Sans"/>
              <a:buNone/>
              <a:defRPr sz="5500">
                <a:solidFill>
                  <a:schemeClr val="dk1"/>
                </a:solidFill>
              </a:defRPr>
            </a:lvl6pPr>
            <a:lvl7pPr lvl="6">
              <a:spcBef>
                <a:spcPts val="0"/>
              </a:spcBef>
              <a:spcAft>
                <a:spcPts val="0"/>
              </a:spcAft>
              <a:buClr>
                <a:schemeClr val="dk1"/>
              </a:buClr>
              <a:buSzPts val="5500"/>
              <a:buFont typeface="IBM Plex Sans"/>
              <a:buNone/>
              <a:defRPr sz="5500">
                <a:solidFill>
                  <a:schemeClr val="dk1"/>
                </a:solidFill>
              </a:defRPr>
            </a:lvl7pPr>
            <a:lvl8pPr lvl="7">
              <a:spcBef>
                <a:spcPts val="0"/>
              </a:spcBef>
              <a:spcAft>
                <a:spcPts val="0"/>
              </a:spcAft>
              <a:buClr>
                <a:schemeClr val="dk1"/>
              </a:buClr>
              <a:buSzPts val="5500"/>
              <a:buFont typeface="IBM Plex Sans"/>
              <a:buNone/>
              <a:defRPr sz="5500">
                <a:solidFill>
                  <a:schemeClr val="dk1"/>
                </a:solidFill>
              </a:defRPr>
            </a:lvl8pPr>
            <a:lvl9pPr lvl="8">
              <a:spcBef>
                <a:spcPts val="0"/>
              </a:spcBef>
              <a:spcAft>
                <a:spcPts val="0"/>
              </a:spcAft>
              <a:buClr>
                <a:schemeClr val="dk1"/>
              </a:buClr>
              <a:buSzPts val="5500"/>
              <a:buFont typeface="IBM Plex Sans"/>
              <a:buNone/>
              <a:defRPr sz="5500">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3">
    <p:spTree>
      <p:nvGrpSpPr>
        <p:cNvPr id="38" name="Shape 38"/>
        <p:cNvGrpSpPr/>
        <p:nvPr/>
      </p:nvGrpSpPr>
      <p:grpSpPr>
        <a:xfrm>
          <a:off x="0" y="0"/>
          <a:ext cx="0" cy="0"/>
          <a:chOff x="0" y="0"/>
          <a:chExt cx="0" cy="0"/>
        </a:xfrm>
      </p:grpSpPr>
      <p:grpSp>
        <p:nvGrpSpPr>
          <p:cNvPr id="39" name="Google Shape;39;p3"/>
          <p:cNvGrpSpPr/>
          <p:nvPr/>
        </p:nvGrpSpPr>
        <p:grpSpPr>
          <a:xfrm flipH="1">
            <a:off x="6169505" y="2816179"/>
            <a:ext cx="2979740" cy="1986829"/>
            <a:chOff x="312900" y="2793625"/>
            <a:chExt cx="2221200" cy="1481050"/>
          </a:xfrm>
        </p:grpSpPr>
        <p:grpSp>
          <p:nvGrpSpPr>
            <p:cNvPr id="40" name="Google Shape;40;p3"/>
            <p:cNvGrpSpPr/>
            <p:nvPr/>
          </p:nvGrpSpPr>
          <p:grpSpPr>
            <a:xfrm>
              <a:off x="312900" y="2793625"/>
              <a:ext cx="1851000" cy="1481050"/>
              <a:chOff x="461225" y="3249175"/>
              <a:chExt cx="1851000" cy="1481050"/>
            </a:xfrm>
          </p:grpSpPr>
          <p:grpSp>
            <p:nvGrpSpPr>
              <p:cNvPr id="41" name="Google Shape;41;p3"/>
              <p:cNvGrpSpPr/>
              <p:nvPr/>
            </p:nvGrpSpPr>
            <p:grpSpPr>
              <a:xfrm>
                <a:off x="461225" y="3249175"/>
                <a:ext cx="1851000" cy="370200"/>
                <a:chOff x="461225" y="3249175"/>
                <a:chExt cx="1851000" cy="370200"/>
              </a:xfrm>
            </p:grpSpPr>
            <p:sp>
              <p:nvSpPr>
                <p:cNvPr id="42" name="Google Shape;42;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 name="Google Shape;43;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 name="Google Shape;44;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5" name="Google Shape;45;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 name="Google Shape;46;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7" name="Google Shape;47;p3"/>
              <p:cNvGrpSpPr/>
              <p:nvPr/>
            </p:nvGrpSpPr>
            <p:grpSpPr>
              <a:xfrm>
                <a:off x="461225" y="3619500"/>
                <a:ext cx="1851000" cy="370200"/>
                <a:chOff x="461225" y="3249175"/>
                <a:chExt cx="1851000" cy="370200"/>
              </a:xfrm>
            </p:grpSpPr>
            <p:sp>
              <p:nvSpPr>
                <p:cNvPr id="48" name="Google Shape;48;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 name="Google Shape;49;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 name="Google Shape;50;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 name="Google Shape;51;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 name="Google Shape;52;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3" name="Google Shape;53;p3"/>
              <p:cNvGrpSpPr/>
              <p:nvPr/>
            </p:nvGrpSpPr>
            <p:grpSpPr>
              <a:xfrm>
                <a:off x="461225" y="3989700"/>
                <a:ext cx="1851000" cy="370200"/>
                <a:chOff x="461225" y="3249175"/>
                <a:chExt cx="1851000" cy="370200"/>
              </a:xfrm>
            </p:grpSpPr>
            <p:sp>
              <p:nvSpPr>
                <p:cNvPr id="54" name="Google Shape;54;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 name="Google Shape;55;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 name="Google Shape;56;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 name="Google Shape;57;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 name="Google Shape;58;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9" name="Google Shape;59;p3"/>
              <p:cNvGrpSpPr/>
              <p:nvPr/>
            </p:nvGrpSpPr>
            <p:grpSpPr>
              <a:xfrm>
                <a:off x="461225" y="4360025"/>
                <a:ext cx="1851000" cy="370200"/>
                <a:chOff x="461225" y="3249175"/>
                <a:chExt cx="1851000" cy="370200"/>
              </a:xfrm>
            </p:grpSpPr>
            <p:sp>
              <p:nvSpPr>
                <p:cNvPr id="60" name="Google Shape;60;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1" name="Google Shape;61;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2" name="Google Shape;62;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 name="Google Shape;63;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4" name="Google Shape;64;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5" name="Google Shape;65;p3"/>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 name="Google Shape;66;p3"/>
          <p:cNvSpPr/>
          <p:nvPr/>
        </p:nvSpPr>
        <p:spPr>
          <a:xfrm flipH="1">
            <a:off x="12" y="3308203"/>
            <a:ext cx="9143963" cy="183531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67" name="Google Shape;67;p3"/>
          <p:cNvSpPr/>
          <p:nvPr/>
        </p:nvSpPr>
        <p:spPr>
          <a:xfrm>
            <a:off x="11" y="26114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 name="Google Shape;68;p3"/>
          <p:cNvSpPr/>
          <p:nvPr/>
        </p:nvSpPr>
        <p:spPr>
          <a:xfrm flipH="1">
            <a:off x="3311207" y="2592556"/>
            <a:ext cx="1486200" cy="1486200"/>
          </a:xfrm>
          <a:prstGeom prst="ellipse">
            <a:avLst/>
          </a:pr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 name="Google Shape;69;p3"/>
          <p:cNvSpPr/>
          <p:nvPr/>
        </p:nvSpPr>
        <p:spPr>
          <a:xfrm flipH="1" rot="-5400000">
            <a:off x="1299729" y="2592569"/>
            <a:ext cx="1486200" cy="1486200"/>
          </a:xfrm>
          <a:prstGeom prst="ellipse">
            <a:avLst/>
          </a:prstGeom>
          <a:gradFill>
            <a:gsLst>
              <a:gs pos="0">
                <a:schemeClr val="accent3"/>
              </a:gs>
              <a:gs pos="35000">
                <a:schemeClr val="accent3"/>
              </a:gs>
              <a:gs pos="100000">
                <a:schemeClr val="accent1"/>
              </a:gs>
            </a:gsLst>
            <a:lin ang="8099331"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 name="Google Shape;70;p3"/>
          <p:cNvSpPr txBox="1"/>
          <p:nvPr>
            <p:ph type="title"/>
          </p:nvPr>
        </p:nvSpPr>
        <p:spPr>
          <a:xfrm>
            <a:off x="115025" y="502775"/>
            <a:ext cx="41838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71" name="Google Shape;71;p3"/>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72" name="Google Shape;72;p3"/>
          <p:cNvSpPr txBox="1"/>
          <p:nvPr>
            <p:ph idx="1" type="body"/>
          </p:nvPr>
        </p:nvSpPr>
        <p:spPr>
          <a:xfrm>
            <a:off x="3511550" y="587150"/>
            <a:ext cx="4371600" cy="25263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92100" lvl="2" marL="1371600">
              <a:lnSpc>
                <a:spcPct val="115000"/>
              </a:lnSpc>
              <a:spcBef>
                <a:spcPts val="800"/>
              </a:spcBef>
              <a:spcAft>
                <a:spcPts val="0"/>
              </a:spcAft>
              <a:buClr>
                <a:schemeClr val="lt1"/>
              </a:buClr>
              <a:buSzPts val="1000"/>
              <a:buFont typeface="Sora"/>
              <a:buChar char="■"/>
              <a:defRPr sz="1000"/>
            </a:lvl3pPr>
            <a:lvl4pPr indent="-292100" lvl="3" marL="1828800">
              <a:lnSpc>
                <a:spcPct val="115000"/>
              </a:lnSpc>
              <a:spcBef>
                <a:spcPts val="80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92100" lvl="8" marL="4114800">
              <a:lnSpc>
                <a:spcPct val="115000"/>
              </a:lnSpc>
              <a:spcBef>
                <a:spcPts val="800"/>
              </a:spcBef>
              <a:spcAft>
                <a:spcPts val="800"/>
              </a:spcAft>
              <a:buClr>
                <a:schemeClr val="lt1"/>
              </a:buClr>
              <a:buSzPts val="1000"/>
              <a:buFont typeface="Sora"/>
              <a:buChar char="■"/>
              <a:defRPr sz="1000"/>
            </a:lvl9pPr>
          </a:lstStyle>
          <a:p/>
        </p:txBody>
      </p:sp>
      <p:sp>
        <p:nvSpPr>
          <p:cNvPr id="73" name="Google Shape;73;p3"/>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2">
    <p:spTree>
      <p:nvGrpSpPr>
        <p:cNvPr id="74" name="Shape 74"/>
        <p:cNvGrpSpPr/>
        <p:nvPr/>
      </p:nvGrpSpPr>
      <p:grpSpPr>
        <a:xfrm>
          <a:off x="0" y="0"/>
          <a:ext cx="0" cy="0"/>
          <a:chOff x="0" y="0"/>
          <a:chExt cx="0" cy="0"/>
        </a:xfrm>
      </p:grpSpPr>
      <p:grpSp>
        <p:nvGrpSpPr>
          <p:cNvPr id="75" name="Google Shape;75;p4"/>
          <p:cNvGrpSpPr/>
          <p:nvPr/>
        </p:nvGrpSpPr>
        <p:grpSpPr>
          <a:xfrm flipH="1">
            <a:off x="6169505" y="228779"/>
            <a:ext cx="2979740" cy="1986829"/>
            <a:chOff x="312900" y="2793625"/>
            <a:chExt cx="2221200" cy="1481050"/>
          </a:xfrm>
        </p:grpSpPr>
        <p:grpSp>
          <p:nvGrpSpPr>
            <p:cNvPr id="76" name="Google Shape;76;p4"/>
            <p:cNvGrpSpPr/>
            <p:nvPr/>
          </p:nvGrpSpPr>
          <p:grpSpPr>
            <a:xfrm>
              <a:off x="312900" y="2793625"/>
              <a:ext cx="1851000" cy="1481050"/>
              <a:chOff x="461225" y="3249175"/>
              <a:chExt cx="1851000" cy="1481050"/>
            </a:xfrm>
          </p:grpSpPr>
          <p:grpSp>
            <p:nvGrpSpPr>
              <p:cNvPr id="77" name="Google Shape;77;p4"/>
              <p:cNvGrpSpPr/>
              <p:nvPr/>
            </p:nvGrpSpPr>
            <p:grpSpPr>
              <a:xfrm>
                <a:off x="461225" y="3249175"/>
                <a:ext cx="1851000" cy="370200"/>
                <a:chOff x="461225" y="3249175"/>
                <a:chExt cx="1851000" cy="370200"/>
              </a:xfrm>
            </p:grpSpPr>
            <p:sp>
              <p:nvSpPr>
                <p:cNvPr id="78" name="Google Shape;78;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9" name="Google Shape;79;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 name="Google Shape;80;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 name="Google Shape;81;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2" name="Google Shape;82;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3" name="Google Shape;83;p4"/>
              <p:cNvGrpSpPr/>
              <p:nvPr/>
            </p:nvGrpSpPr>
            <p:grpSpPr>
              <a:xfrm>
                <a:off x="461225" y="3619500"/>
                <a:ext cx="1851000" cy="370200"/>
                <a:chOff x="461225" y="3249175"/>
                <a:chExt cx="1851000" cy="370200"/>
              </a:xfrm>
            </p:grpSpPr>
            <p:sp>
              <p:nvSpPr>
                <p:cNvPr id="84" name="Google Shape;84;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5" name="Google Shape;85;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6" name="Google Shape;86;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7" name="Google Shape;87;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8" name="Google Shape;88;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9" name="Google Shape;89;p4"/>
              <p:cNvGrpSpPr/>
              <p:nvPr/>
            </p:nvGrpSpPr>
            <p:grpSpPr>
              <a:xfrm>
                <a:off x="461225" y="3989700"/>
                <a:ext cx="1851000" cy="370200"/>
                <a:chOff x="461225" y="3249175"/>
                <a:chExt cx="1851000" cy="370200"/>
              </a:xfrm>
            </p:grpSpPr>
            <p:sp>
              <p:nvSpPr>
                <p:cNvPr id="90" name="Google Shape;90;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1" name="Google Shape;91;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2" name="Google Shape;92;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3" name="Google Shape;93;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4" name="Google Shape;94;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5" name="Google Shape;95;p4"/>
              <p:cNvGrpSpPr/>
              <p:nvPr/>
            </p:nvGrpSpPr>
            <p:grpSpPr>
              <a:xfrm>
                <a:off x="461225" y="4360025"/>
                <a:ext cx="1851000" cy="370200"/>
                <a:chOff x="461225" y="3249175"/>
                <a:chExt cx="1851000" cy="370200"/>
              </a:xfrm>
            </p:grpSpPr>
            <p:sp>
              <p:nvSpPr>
                <p:cNvPr id="96" name="Google Shape;96;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7" name="Google Shape;97;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8" name="Google Shape;98;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9" name="Google Shape;99;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0" name="Google Shape;100;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01" name="Google Shape;101;p4"/>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02" name="Google Shape;102;p4"/>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03" name="Google Shape;103;p4"/>
          <p:cNvSpPr/>
          <p:nvPr/>
        </p:nvSpPr>
        <p:spPr>
          <a:xfrm flipH="1">
            <a:off x="8423546" y="30872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a:effectLst>
            <a:outerShdw blurRad="485775" rotWithShape="0" algn="bl" dir="7800000" dist="76200">
              <a:schemeClr val="accent1">
                <a:alpha val="27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4" name="Google Shape;104;p4"/>
          <p:cNvSpPr/>
          <p:nvPr/>
        </p:nvSpPr>
        <p:spPr>
          <a:xfrm rot="-5400000">
            <a:off x="4618961" y="3068375"/>
            <a:ext cx="1486200" cy="1486200"/>
          </a:xfrm>
          <a:prstGeom prst="ellipse">
            <a:avLst/>
          </a:prstGeom>
          <a:gradFill>
            <a:gsLst>
              <a:gs pos="0">
                <a:schemeClr val="accent3"/>
              </a:gs>
              <a:gs pos="56000">
                <a:schemeClr val="accent1"/>
              </a:gs>
              <a:gs pos="100000">
                <a:schemeClr val="accent1"/>
              </a:gs>
            </a:gsLst>
            <a:lin ang="13500032" scaled="0"/>
          </a:gradFill>
          <a:ln>
            <a:noFill/>
          </a:ln>
          <a:effectLst>
            <a:outerShdw blurRad="328613" rotWithShape="0" algn="bl" dir="2700000" dist="28575">
              <a:schemeClr val="accent1">
                <a:alpha val="28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5" name="Google Shape;105;p4"/>
          <p:cNvSpPr/>
          <p:nvPr/>
        </p:nvSpPr>
        <p:spPr>
          <a:xfrm>
            <a:off x="6521248" y="3068375"/>
            <a:ext cx="1486200" cy="1486200"/>
          </a:xfrm>
          <a:prstGeom prst="ellipse">
            <a:avLst/>
          </a:prstGeom>
          <a:gradFill>
            <a:gsLst>
              <a:gs pos="0">
                <a:schemeClr val="accent3"/>
              </a:gs>
              <a:gs pos="35000">
                <a:schemeClr val="accent3"/>
              </a:gs>
              <a:gs pos="100000">
                <a:schemeClr val="accent1"/>
              </a:gs>
            </a:gsLst>
            <a:lin ang="8099331" scaled="0"/>
          </a:gradFill>
          <a:ln>
            <a:noFill/>
          </a:ln>
          <a:effectLst>
            <a:outerShdw blurRad="342900" rotWithShape="0" algn="bl" dir="5400000" dist="38100">
              <a:schemeClr val="accent3">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6" name="Google Shape;106;p4"/>
          <p:cNvSpPr txBox="1"/>
          <p:nvPr>
            <p:ph idx="1" type="body"/>
          </p:nvPr>
        </p:nvSpPr>
        <p:spPr>
          <a:xfrm>
            <a:off x="115025" y="908975"/>
            <a:ext cx="5369100" cy="2478000"/>
          </a:xfrm>
          <a:prstGeom prst="rect">
            <a:avLst/>
          </a:prstGeom>
        </p:spPr>
        <p:txBody>
          <a:bodyPr anchorCtr="0" anchor="t" bIns="91425" lIns="91425" spcFirstLastPara="1" rIns="91425" wrap="square" tIns="0">
            <a:noAutofit/>
          </a:bodyPr>
          <a:lstStyle>
            <a:lvl1pPr indent="-457200" lvl="0" marL="457200">
              <a:spcBef>
                <a:spcPts val="0"/>
              </a:spcBef>
              <a:spcAft>
                <a:spcPts val="0"/>
              </a:spcAft>
              <a:buClr>
                <a:schemeClr val="lt1"/>
              </a:buClr>
              <a:buSzPts val="3600"/>
              <a:buFont typeface="IBM Plex Sans"/>
              <a:buChar char="●"/>
              <a:defRPr sz="3600">
                <a:latin typeface="IBM Plex Sans"/>
                <a:ea typeface="IBM Plex Sans"/>
                <a:cs typeface="IBM Plex Sans"/>
                <a:sym typeface="IBM Plex Sans"/>
              </a:defRPr>
            </a:lvl1pPr>
            <a:lvl2pPr indent="-457200" lvl="1" marL="914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2pPr>
            <a:lvl3pPr indent="-457200" lvl="2" marL="1371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3pPr>
            <a:lvl4pPr indent="-457200" lvl="3" marL="18288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4pPr>
            <a:lvl5pPr indent="-457200" lvl="4" marL="22860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5pPr>
            <a:lvl6pPr indent="-457200" lvl="5" marL="2743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6pPr>
            <a:lvl7pPr indent="-457200" lvl="6" marL="3200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7pPr>
            <a:lvl8pPr indent="-457200" lvl="7" marL="3657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8pPr>
            <a:lvl9pPr indent="-457200" lvl="8" marL="4114800">
              <a:spcBef>
                <a:spcPts val="800"/>
              </a:spcBef>
              <a:spcAft>
                <a:spcPts val="800"/>
              </a:spcAft>
              <a:buClr>
                <a:schemeClr val="lt1"/>
              </a:buClr>
              <a:buSzPts val="3600"/>
              <a:buFont typeface="IBM Plex Sans"/>
              <a:buChar char="■"/>
              <a:defRPr sz="3600">
                <a:latin typeface="IBM Plex Sans"/>
                <a:ea typeface="IBM Plex Sans"/>
                <a:cs typeface="IBM Plex Sans"/>
                <a:sym typeface="IBM Plex Sans"/>
              </a:defRPr>
            </a:lvl9pPr>
          </a:lstStyle>
          <a:p/>
        </p:txBody>
      </p:sp>
      <p:sp>
        <p:nvSpPr>
          <p:cNvPr id="107" name="Google Shape;107;p4"/>
          <p:cNvSpPr txBox="1"/>
          <p:nvPr>
            <p:ph idx="2" type="title"/>
          </p:nvPr>
        </p:nvSpPr>
        <p:spPr>
          <a:xfrm>
            <a:off x="115025" y="502775"/>
            <a:ext cx="4183800" cy="406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3600">
                <a:solidFill>
                  <a:schemeClr val="accent3"/>
                </a:solidFill>
              </a:defRPr>
            </a:lvl2pPr>
            <a:lvl3pPr lvl="2">
              <a:lnSpc>
                <a:spcPct val="115000"/>
              </a:lnSpc>
              <a:spcBef>
                <a:spcPts val="0"/>
              </a:spcBef>
              <a:spcAft>
                <a:spcPts val="0"/>
              </a:spcAft>
              <a:buNone/>
              <a:defRPr sz="3600">
                <a:solidFill>
                  <a:schemeClr val="accent3"/>
                </a:solidFill>
              </a:defRPr>
            </a:lvl3pPr>
            <a:lvl4pPr lvl="3">
              <a:lnSpc>
                <a:spcPct val="115000"/>
              </a:lnSpc>
              <a:spcBef>
                <a:spcPts val="0"/>
              </a:spcBef>
              <a:spcAft>
                <a:spcPts val="0"/>
              </a:spcAft>
              <a:buNone/>
              <a:defRPr sz="3600">
                <a:solidFill>
                  <a:schemeClr val="accent3"/>
                </a:solidFill>
              </a:defRPr>
            </a:lvl4pPr>
            <a:lvl5pPr lvl="4">
              <a:lnSpc>
                <a:spcPct val="115000"/>
              </a:lnSpc>
              <a:spcBef>
                <a:spcPts val="0"/>
              </a:spcBef>
              <a:spcAft>
                <a:spcPts val="0"/>
              </a:spcAft>
              <a:buNone/>
              <a:defRPr sz="3600">
                <a:solidFill>
                  <a:schemeClr val="accent3"/>
                </a:solidFill>
              </a:defRPr>
            </a:lvl5pPr>
            <a:lvl6pPr lvl="5">
              <a:lnSpc>
                <a:spcPct val="115000"/>
              </a:lnSpc>
              <a:spcBef>
                <a:spcPts val="0"/>
              </a:spcBef>
              <a:spcAft>
                <a:spcPts val="0"/>
              </a:spcAft>
              <a:buNone/>
              <a:defRPr sz="3600">
                <a:solidFill>
                  <a:schemeClr val="accent3"/>
                </a:solidFill>
              </a:defRPr>
            </a:lvl6pPr>
            <a:lvl7pPr lvl="6">
              <a:lnSpc>
                <a:spcPct val="115000"/>
              </a:lnSpc>
              <a:spcBef>
                <a:spcPts val="0"/>
              </a:spcBef>
              <a:spcAft>
                <a:spcPts val="0"/>
              </a:spcAft>
              <a:buNone/>
              <a:defRPr sz="3600">
                <a:solidFill>
                  <a:schemeClr val="accent3"/>
                </a:solidFill>
              </a:defRPr>
            </a:lvl7pPr>
            <a:lvl8pPr lvl="7">
              <a:lnSpc>
                <a:spcPct val="115000"/>
              </a:lnSpc>
              <a:spcBef>
                <a:spcPts val="0"/>
              </a:spcBef>
              <a:spcAft>
                <a:spcPts val="0"/>
              </a:spcAft>
              <a:buNone/>
              <a:defRPr sz="3600">
                <a:solidFill>
                  <a:schemeClr val="accent3"/>
                </a:solidFill>
              </a:defRPr>
            </a:lvl8pPr>
            <a:lvl9pPr lvl="8">
              <a:lnSpc>
                <a:spcPct val="115000"/>
              </a:lnSpc>
              <a:spcBef>
                <a:spcPts val="0"/>
              </a:spcBef>
              <a:spcAft>
                <a:spcPts val="0"/>
              </a:spcAft>
              <a:buNone/>
              <a:defRPr sz="3600">
                <a:solidFill>
                  <a:schemeClr val="accent3"/>
                </a:solidFill>
              </a:defRPr>
            </a:lvl9pPr>
          </a:lstStyle>
          <a:p/>
        </p:txBody>
      </p:sp>
      <p:sp>
        <p:nvSpPr>
          <p:cNvPr id="108" name="Google Shape;108;p4"/>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 1">
  <p:cSld name="BLANK_1_1_1">
    <p:spTree>
      <p:nvGrpSpPr>
        <p:cNvPr id="109" name="Shape 109"/>
        <p:cNvGrpSpPr/>
        <p:nvPr/>
      </p:nvGrpSpPr>
      <p:grpSpPr>
        <a:xfrm>
          <a:off x="0" y="0"/>
          <a:ext cx="0" cy="0"/>
          <a:chOff x="0" y="0"/>
          <a:chExt cx="0" cy="0"/>
        </a:xfrm>
      </p:grpSpPr>
      <p:grpSp>
        <p:nvGrpSpPr>
          <p:cNvPr id="110" name="Google Shape;110;p5"/>
          <p:cNvGrpSpPr/>
          <p:nvPr/>
        </p:nvGrpSpPr>
        <p:grpSpPr>
          <a:xfrm>
            <a:off x="228600" y="2793625"/>
            <a:ext cx="2221200" cy="1481050"/>
            <a:chOff x="312900" y="2793625"/>
            <a:chExt cx="2221200" cy="1481050"/>
          </a:xfrm>
        </p:grpSpPr>
        <p:grpSp>
          <p:nvGrpSpPr>
            <p:cNvPr id="111" name="Google Shape;111;p5"/>
            <p:cNvGrpSpPr/>
            <p:nvPr/>
          </p:nvGrpSpPr>
          <p:grpSpPr>
            <a:xfrm>
              <a:off x="312900" y="2793625"/>
              <a:ext cx="1851000" cy="1481050"/>
              <a:chOff x="461225" y="3249175"/>
              <a:chExt cx="1851000" cy="1481050"/>
            </a:xfrm>
          </p:grpSpPr>
          <p:grpSp>
            <p:nvGrpSpPr>
              <p:cNvPr id="112" name="Google Shape;112;p5"/>
              <p:cNvGrpSpPr/>
              <p:nvPr/>
            </p:nvGrpSpPr>
            <p:grpSpPr>
              <a:xfrm>
                <a:off x="461225" y="3249175"/>
                <a:ext cx="1851000" cy="370200"/>
                <a:chOff x="461225" y="3249175"/>
                <a:chExt cx="1851000" cy="370200"/>
              </a:xfrm>
            </p:grpSpPr>
            <p:sp>
              <p:nvSpPr>
                <p:cNvPr id="113" name="Google Shape;113;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4" name="Google Shape;114;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5" name="Google Shape;115;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6" name="Google Shape;116;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7" name="Google Shape;117;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18" name="Google Shape;118;p5"/>
              <p:cNvGrpSpPr/>
              <p:nvPr/>
            </p:nvGrpSpPr>
            <p:grpSpPr>
              <a:xfrm>
                <a:off x="461225" y="3619500"/>
                <a:ext cx="1851000" cy="370200"/>
                <a:chOff x="461225" y="3249175"/>
                <a:chExt cx="1851000" cy="370200"/>
              </a:xfrm>
            </p:grpSpPr>
            <p:sp>
              <p:nvSpPr>
                <p:cNvPr id="119" name="Google Shape;119;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0" name="Google Shape;120;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1" name="Google Shape;121;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2" name="Google Shape;122;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3" name="Google Shape;123;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24" name="Google Shape;124;p5"/>
              <p:cNvGrpSpPr/>
              <p:nvPr/>
            </p:nvGrpSpPr>
            <p:grpSpPr>
              <a:xfrm>
                <a:off x="461225" y="3989700"/>
                <a:ext cx="1851000" cy="370200"/>
                <a:chOff x="461225" y="3249175"/>
                <a:chExt cx="1851000" cy="370200"/>
              </a:xfrm>
            </p:grpSpPr>
            <p:sp>
              <p:nvSpPr>
                <p:cNvPr id="125" name="Google Shape;125;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6" name="Google Shape;126;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7" name="Google Shape;127;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8" name="Google Shape;128;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9" name="Google Shape;129;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0" name="Google Shape;130;p5"/>
              <p:cNvGrpSpPr/>
              <p:nvPr/>
            </p:nvGrpSpPr>
            <p:grpSpPr>
              <a:xfrm>
                <a:off x="461225" y="4360025"/>
                <a:ext cx="1851000" cy="370200"/>
                <a:chOff x="461225" y="3249175"/>
                <a:chExt cx="1851000" cy="370200"/>
              </a:xfrm>
            </p:grpSpPr>
            <p:sp>
              <p:nvSpPr>
                <p:cNvPr id="131" name="Google Shape;131;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2" name="Google Shape;132;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3" name="Google Shape;133;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4" name="Google Shape;134;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5" name="Google Shape;135;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36" name="Google Shape;136;p5"/>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7" name="Google Shape;137;p5"/>
          <p:cNvGrpSpPr/>
          <p:nvPr/>
        </p:nvGrpSpPr>
        <p:grpSpPr>
          <a:xfrm>
            <a:off x="7663200" y="-725"/>
            <a:ext cx="1480800" cy="1396025"/>
            <a:chOff x="461225" y="3334200"/>
            <a:chExt cx="1480800" cy="1396025"/>
          </a:xfrm>
        </p:grpSpPr>
        <p:grpSp>
          <p:nvGrpSpPr>
            <p:cNvPr id="138" name="Google Shape;138;p5"/>
            <p:cNvGrpSpPr/>
            <p:nvPr/>
          </p:nvGrpSpPr>
          <p:grpSpPr>
            <a:xfrm>
              <a:off x="461225" y="3334200"/>
              <a:ext cx="1480800" cy="285300"/>
              <a:chOff x="461225" y="3334200"/>
              <a:chExt cx="1480800" cy="285300"/>
            </a:xfrm>
          </p:grpSpPr>
          <p:sp>
            <p:nvSpPr>
              <p:cNvPr id="139" name="Google Shape;139;p5"/>
              <p:cNvSpPr/>
              <p:nvPr/>
            </p:nvSpPr>
            <p:spPr>
              <a:xfrm>
                <a:off x="4612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0" name="Google Shape;140;p5"/>
              <p:cNvSpPr/>
              <p:nvPr/>
            </p:nvSpPr>
            <p:spPr>
              <a:xfrm>
                <a:off x="8314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1" name="Google Shape;141;p5"/>
              <p:cNvSpPr/>
              <p:nvPr/>
            </p:nvSpPr>
            <p:spPr>
              <a:xfrm>
                <a:off x="12016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2" name="Google Shape;142;p5"/>
              <p:cNvSpPr/>
              <p:nvPr/>
            </p:nvSpPr>
            <p:spPr>
              <a:xfrm>
                <a:off x="15718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3" name="Google Shape;143;p5"/>
            <p:cNvGrpSpPr/>
            <p:nvPr/>
          </p:nvGrpSpPr>
          <p:grpSpPr>
            <a:xfrm>
              <a:off x="461225" y="3619500"/>
              <a:ext cx="1480800" cy="370200"/>
              <a:chOff x="461225" y="3249175"/>
              <a:chExt cx="1480800" cy="370200"/>
            </a:xfrm>
          </p:grpSpPr>
          <p:sp>
            <p:nvSpPr>
              <p:cNvPr id="144" name="Google Shape;144;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5" name="Google Shape;145;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6" name="Google Shape;146;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7" name="Google Shape;147;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8" name="Google Shape;148;p5"/>
            <p:cNvGrpSpPr/>
            <p:nvPr/>
          </p:nvGrpSpPr>
          <p:grpSpPr>
            <a:xfrm>
              <a:off x="461225" y="3989700"/>
              <a:ext cx="1480800" cy="370200"/>
              <a:chOff x="461225" y="3249175"/>
              <a:chExt cx="1480800" cy="370200"/>
            </a:xfrm>
          </p:grpSpPr>
          <p:sp>
            <p:nvSpPr>
              <p:cNvPr id="149" name="Google Shape;149;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0" name="Google Shape;150;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1" name="Google Shape;151;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2" name="Google Shape;152;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53" name="Google Shape;153;p5"/>
            <p:cNvGrpSpPr/>
            <p:nvPr/>
          </p:nvGrpSpPr>
          <p:grpSpPr>
            <a:xfrm>
              <a:off x="461225" y="4360025"/>
              <a:ext cx="1480800" cy="370200"/>
              <a:chOff x="461225" y="3249175"/>
              <a:chExt cx="1480800" cy="370200"/>
            </a:xfrm>
          </p:grpSpPr>
          <p:sp>
            <p:nvSpPr>
              <p:cNvPr id="154" name="Google Shape;154;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5" name="Google Shape;155;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6" name="Google Shape;156;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7" name="Google Shape;157;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grpSp>
        <p:nvGrpSpPr>
          <p:cNvPr id="158" name="Google Shape;158;p5"/>
          <p:cNvGrpSpPr/>
          <p:nvPr/>
        </p:nvGrpSpPr>
        <p:grpSpPr>
          <a:xfrm>
            <a:off x="1843925" y="-725"/>
            <a:ext cx="7300075" cy="5144088"/>
            <a:chOff x="1870575" y="-635"/>
            <a:chExt cx="7300075" cy="5174097"/>
          </a:xfrm>
        </p:grpSpPr>
        <p:sp>
          <p:nvSpPr>
            <p:cNvPr id="159" name="Google Shape;159;p5"/>
            <p:cNvSpPr/>
            <p:nvPr/>
          </p:nvSpPr>
          <p:spPr>
            <a:xfrm>
              <a:off x="1870575" y="-635"/>
              <a:ext cx="7300075" cy="4989625"/>
            </a:xfrm>
            <a:custGeom>
              <a:rect b="b" l="l" r="r" t="t"/>
              <a:pathLst>
                <a:path extrusionOk="0" h="199585" w="292003">
                  <a:moveTo>
                    <a:pt x="76429" y="0"/>
                  </a:moveTo>
                  <a:lnTo>
                    <a:pt x="0" y="163603"/>
                  </a:lnTo>
                  <a:lnTo>
                    <a:pt x="250486" y="199585"/>
                  </a:lnTo>
                  <a:lnTo>
                    <a:pt x="292003" y="107785"/>
                  </a:lnTo>
                  <a:lnTo>
                    <a:pt x="292003" y="52891"/>
                  </a:lnTo>
                  <a:lnTo>
                    <a:pt x="234162" y="0"/>
                  </a:lnTo>
                  <a:close/>
                </a:path>
              </a:pathLst>
            </a:custGeom>
            <a:gradFill>
              <a:gsLst>
                <a:gs pos="0">
                  <a:schemeClr val="accent3"/>
                </a:gs>
                <a:gs pos="77000">
                  <a:schemeClr val="accent1"/>
                </a:gs>
                <a:gs pos="100000">
                  <a:schemeClr val="accent1"/>
                </a:gs>
              </a:gsLst>
              <a:lin ang="8099331" scaled="0"/>
            </a:gradFill>
            <a:ln>
              <a:noFill/>
            </a:ln>
          </p:spPr>
        </p:sp>
        <p:sp>
          <p:nvSpPr>
            <p:cNvPr id="160" name="Google Shape;160;p5"/>
            <p:cNvSpPr/>
            <p:nvPr/>
          </p:nvSpPr>
          <p:spPr>
            <a:xfrm>
              <a:off x="1870575" y="4089437"/>
              <a:ext cx="6285225" cy="1084025"/>
            </a:xfrm>
            <a:custGeom>
              <a:rect b="b" l="l" r="r" t="t"/>
              <a:pathLst>
                <a:path extrusionOk="0" h="43361" w="251409">
                  <a:moveTo>
                    <a:pt x="0" y="0"/>
                  </a:moveTo>
                  <a:lnTo>
                    <a:pt x="6458" y="43361"/>
                  </a:lnTo>
                  <a:lnTo>
                    <a:pt x="251409" y="43361"/>
                  </a:lnTo>
                  <a:lnTo>
                    <a:pt x="250494" y="35931"/>
                  </a:lnTo>
                  <a:close/>
                </a:path>
              </a:pathLst>
            </a:custGeom>
            <a:solidFill>
              <a:schemeClr val="accent5"/>
            </a:solidFill>
            <a:ln>
              <a:noFill/>
            </a:ln>
          </p:spPr>
        </p:sp>
      </p:grpSp>
      <p:sp>
        <p:nvSpPr>
          <p:cNvPr id="161" name="Google Shape;161;p5"/>
          <p:cNvSpPr txBox="1"/>
          <p:nvPr>
            <p:ph idx="1" type="body"/>
          </p:nvPr>
        </p:nvSpPr>
        <p:spPr>
          <a:xfrm>
            <a:off x="4631450" y="2170025"/>
            <a:ext cx="2896200" cy="18876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28600" lvl="2" marL="1371600">
              <a:lnSpc>
                <a:spcPct val="115000"/>
              </a:lnSpc>
              <a:spcBef>
                <a:spcPts val="800"/>
              </a:spcBef>
              <a:spcAft>
                <a:spcPts val="0"/>
              </a:spcAft>
              <a:buNone/>
              <a:defRPr sz="1000"/>
            </a:lvl3pPr>
            <a:lvl4pPr indent="-292100" lvl="3" marL="1828800">
              <a:lnSpc>
                <a:spcPct val="115000"/>
              </a:lnSpc>
              <a:spcBef>
                <a:spcPts val="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28600" lvl="8" marL="4114800">
              <a:lnSpc>
                <a:spcPct val="115000"/>
              </a:lnSpc>
              <a:spcBef>
                <a:spcPts val="800"/>
              </a:spcBef>
              <a:spcAft>
                <a:spcPts val="0"/>
              </a:spcAft>
              <a:buNone/>
              <a:defRPr sz="1000"/>
            </a:lvl9pPr>
          </a:lstStyle>
          <a:p/>
        </p:txBody>
      </p:sp>
      <p:sp>
        <p:nvSpPr>
          <p:cNvPr id="162" name="Google Shape;162;p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63" name="Google Shape;163;p5"/>
          <p:cNvSpPr txBox="1"/>
          <p:nvPr>
            <p:ph idx="2" type="body"/>
          </p:nvPr>
        </p:nvSpPr>
        <p:spPr>
          <a:xfrm>
            <a:off x="4631450" y="827575"/>
            <a:ext cx="2896200" cy="12003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164" name="Google Shape;164;p5"/>
          <p:cNvSpPr txBox="1"/>
          <p:nvPr>
            <p:ph idx="3" type="title"/>
          </p:nvPr>
        </p:nvSpPr>
        <p:spPr>
          <a:xfrm>
            <a:off x="115025" y="502775"/>
            <a:ext cx="39054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65" name="Google Shape;165;p5"/>
          <p:cNvSpPr txBox="1"/>
          <p:nvPr>
            <p:ph idx="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BLANK_1_1_1_1_2">
    <p:bg>
      <p:bgPr>
        <a:solidFill>
          <a:schemeClr val="lt1"/>
        </a:solidFill>
      </p:bgPr>
    </p:bg>
    <p:spTree>
      <p:nvGrpSpPr>
        <p:cNvPr id="166" name="Shape 166"/>
        <p:cNvGrpSpPr/>
        <p:nvPr/>
      </p:nvGrpSpPr>
      <p:grpSpPr>
        <a:xfrm>
          <a:off x="0" y="0"/>
          <a:ext cx="0" cy="0"/>
          <a:chOff x="0" y="0"/>
          <a:chExt cx="0" cy="0"/>
        </a:xfrm>
      </p:grpSpPr>
      <p:sp>
        <p:nvSpPr>
          <p:cNvPr id="167" name="Google Shape;167;p6"/>
          <p:cNvSpPr/>
          <p:nvPr/>
        </p:nvSpPr>
        <p:spPr>
          <a:xfrm flipH="1" rot="10800000">
            <a:off x="4482600" y="741600"/>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8" name="Google Shape;168;p6"/>
          <p:cNvSpPr/>
          <p:nvPr/>
        </p:nvSpPr>
        <p:spPr>
          <a:xfrm flipH="1" rot="10800000">
            <a:off x="4482600" y="1014475"/>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9" name="Google Shape;169;p6"/>
          <p:cNvSpPr/>
          <p:nvPr/>
        </p:nvSpPr>
        <p:spPr>
          <a:xfrm flipH="1" rot="10800000">
            <a:off x="4482600" y="1594038"/>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0" name="Google Shape;170;p6"/>
          <p:cNvSpPr/>
          <p:nvPr/>
        </p:nvSpPr>
        <p:spPr>
          <a:xfrm flipH="1" rot="10800000">
            <a:off x="4482600" y="1291263"/>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1" name="Google Shape;171;p6"/>
          <p:cNvSpPr txBox="1"/>
          <p:nvPr>
            <p:ph type="title"/>
          </p:nvPr>
        </p:nvSpPr>
        <p:spPr>
          <a:xfrm>
            <a:off x="91950" y="292050"/>
            <a:ext cx="4390500" cy="16035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None/>
              <a:defRPr sz="5500">
                <a:solidFill>
                  <a:schemeClr val="dk2"/>
                </a:solidFill>
              </a:defRPr>
            </a:lvl1pPr>
            <a:lvl2pPr lvl="1">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2pPr>
            <a:lvl3pPr lvl="2">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3pPr>
            <a:lvl4pPr lvl="3">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4pPr>
            <a:lvl5pPr lvl="4">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5pPr>
            <a:lvl6pPr lvl="5">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6pPr>
            <a:lvl7pPr lvl="6">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7pPr>
            <a:lvl8pPr lvl="7">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8pPr>
            <a:lvl9pPr lvl="8">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9pPr>
          </a:lstStyle>
          <a:p/>
        </p:txBody>
      </p:sp>
      <p:sp>
        <p:nvSpPr>
          <p:cNvPr id="172" name="Google Shape;172;p6"/>
          <p:cNvSpPr/>
          <p:nvPr>
            <p:ph idx="2" type="pic"/>
          </p:nvPr>
        </p:nvSpPr>
        <p:spPr>
          <a:xfrm>
            <a:off x="225300" y="3132125"/>
            <a:ext cx="1849800" cy="1770300"/>
          </a:xfrm>
          <a:prstGeom prst="rect">
            <a:avLst/>
          </a:prstGeom>
          <a:noFill/>
          <a:ln>
            <a:noFill/>
          </a:ln>
        </p:spPr>
      </p:sp>
      <p:sp>
        <p:nvSpPr>
          <p:cNvPr id="173" name="Google Shape;173;p6"/>
          <p:cNvSpPr/>
          <p:nvPr>
            <p:ph idx="3" type="pic"/>
          </p:nvPr>
        </p:nvSpPr>
        <p:spPr>
          <a:xfrm>
            <a:off x="5262525" y="228600"/>
            <a:ext cx="1865100" cy="1790100"/>
          </a:xfrm>
          <a:prstGeom prst="rect">
            <a:avLst/>
          </a:prstGeom>
          <a:noFill/>
          <a:ln>
            <a:noFill/>
          </a:ln>
        </p:spPr>
      </p:sp>
      <p:sp>
        <p:nvSpPr>
          <p:cNvPr id="174" name="Google Shape;174;p6"/>
          <p:cNvSpPr/>
          <p:nvPr>
            <p:ph idx="4" type="pic"/>
          </p:nvPr>
        </p:nvSpPr>
        <p:spPr>
          <a:xfrm>
            <a:off x="7281675" y="228600"/>
            <a:ext cx="1849800" cy="1790100"/>
          </a:xfrm>
          <a:prstGeom prst="rect">
            <a:avLst/>
          </a:prstGeom>
          <a:noFill/>
          <a:ln>
            <a:noFill/>
          </a:ln>
        </p:spPr>
      </p:sp>
      <p:sp>
        <p:nvSpPr>
          <p:cNvPr id="175" name="Google Shape;175;p6"/>
          <p:cNvSpPr txBox="1"/>
          <p:nvPr>
            <p:ph idx="1" type="subTitle"/>
          </p:nvPr>
        </p:nvSpPr>
        <p:spPr>
          <a:xfrm>
            <a:off x="526252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76" name="Google Shape;176;p6"/>
          <p:cNvSpPr txBox="1"/>
          <p:nvPr>
            <p:ph idx="5" type="subTitle"/>
          </p:nvPr>
        </p:nvSpPr>
        <p:spPr>
          <a:xfrm>
            <a:off x="728167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77" name="Google Shape;177;p6"/>
          <p:cNvSpPr txBox="1"/>
          <p:nvPr>
            <p:ph idx="6"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178" name="Google Shape;178;p6"/>
          <p:cNvSpPr txBox="1"/>
          <p:nvPr>
            <p:ph idx="7" type="title"/>
          </p:nvPr>
        </p:nvSpPr>
        <p:spPr>
          <a:xfrm>
            <a:off x="7420225" y="4723025"/>
            <a:ext cx="1583400" cy="189300"/>
          </a:xfrm>
          <a:prstGeom prst="rect">
            <a:avLst/>
          </a:prstGeom>
        </p:spPr>
        <p:txBody>
          <a:bodyPr anchorCtr="0" anchor="b" bIns="0" lIns="182875" spcFirstLastPara="1" rIns="91425" wrap="square" tIns="91425">
            <a:noAutofit/>
          </a:bodyPr>
          <a:lstStyle>
            <a:lvl1pPr lvl="0" algn="r">
              <a:spcBef>
                <a:spcPts val="0"/>
              </a:spcBef>
              <a:spcAft>
                <a:spcPts val="0"/>
              </a:spcAft>
              <a:buNone/>
              <a:defRPr sz="900">
                <a:solidFill>
                  <a:schemeClr val="dk2"/>
                </a:solidFill>
                <a:latin typeface="Sora"/>
                <a:ea typeface="Sora"/>
                <a:cs typeface="Sora"/>
                <a:sym typeface="Sora"/>
              </a:defRPr>
            </a:lvl1pPr>
            <a:lvl2pPr lvl="1"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
        <p:nvSpPr>
          <p:cNvPr id="179" name="Google Shape;179;p6"/>
          <p:cNvSpPr txBox="1"/>
          <p:nvPr>
            <p:ph idx="8" type="subTitle"/>
          </p:nvPr>
        </p:nvSpPr>
        <p:spPr>
          <a:xfrm>
            <a:off x="2216381" y="3132125"/>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180" name="Google Shape;180;p6"/>
          <p:cNvGrpSpPr/>
          <p:nvPr/>
        </p:nvGrpSpPr>
        <p:grpSpPr>
          <a:xfrm>
            <a:off x="4308382" y="2704009"/>
            <a:ext cx="4833127" cy="2437045"/>
            <a:chOff x="4308382" y="2704009"/>
            <a:chExt cx="4833127" cy="2437045"/>
          </a:xfrm>
        </p:grpSpPr>
        <p:sp>
          <p:nvSpPr>
            <p:cNvPr id="181" name="Google Shape;181;p6"/>
            <p:cNvSpPr/>
            <p:nvPr/>
          </p:nvSpPr>
          <p:spPr>
            <a:xfrm>
              <a:off x="4308382" y="4487840"/>
              <a:ext cx="4833127" cy="653214"/>
            </a:xfrm>
            <a:custGeom>
              <a:rect b="b" l="l" r="r" t="t"/>
              <a:pathLst>
                <a:path extrusionOk="0" h="12128" w="89735">
                  <a:moveTo>
                    <a:pt x="6834" y="1"/>
                  </a:moveTo>
                  <a:lnTo>
                    <a:pt x="6030" y="336"/>
                  </a:lnTo>
                  <a:lnTo>
                    <a:pt x="5271" y="671"/>
                  </a:lnTo>
                  <a:lnTo>
                    <a:pt x="4556" y="1006"/>
                  </a:lnTo>
                  <a:lnTo>
                    <a:pt x="3887" y="1363"/>
                  </a:lnTo>
                  <a:lnTo>
                    <a:pt x="3284" y="1720"/>
                  </a:lnTo>
                  <a:lnTo>
                    <a:pt x="2703" y="2078"/>
                  </a:lnTo>
                  <a:lnTo>
                    <a:pt x="2212" y="2457"/>
                  </a:lnTo>
                  <a:lnTo>
                    <a:pt x="1743" y="2815"/>
                  </a:lnTo>
                  <a:lnTo>
                    <a:pt x="1341" y="3194"/>
                  </a:lnTo>
                  <a:lnTo>
                    <a:pt x="983" y="3574"/>
                  </a:lnTo>
                  <a:lnTo>
                    <a:pt x="693" y="3954"/>
                  </a:lnTo>
                  <a:lnTo>
                    <a:pt x="447" y="4333"/>
                  </a:lnTo>
                  <a:lnTo>
                    <a:pt x="246" y="4713"/>
                  </a:lnTo>
                  <a:lnTo>
                    <a:pt x="112" y="5093"/>
                  </a:lnTo>
                  <a:lnTo>
                    <a:pt x="68" y="5294"/>
                  </a:lnTo>
                  <a:lnTo>
                    <a:pt x="45" y="5495"/>
                  </a:lnTo>
                  <a:lnTo>
                    <a:pt x="23" y="5673"/>
                  </a:lnTo>
                  <a:lnTo>
                    <a:pt x="1" y="5874"/>
                  </a:lnTo>
                  <a:lnTo>
                    <a:pt x="23" y="6098"/>
                  </a:lnTo>
                  <a:lnTo>
                    <a:pt x="45" y="6299"/>
                  </a:lnTo>
                  <a:lnTo>
                    <a:pt x="90" y="6500"/>
                  </a:lnTo>
                  <a:lnTo>
                    <a:pt x="135" y="6723"/>
                  </a:lnTo>
                  <a:lnTo>
                    <a:pt x="202" y="6924"/>
                  </a:lnTo>
                  <a:lnTo>
                    <a:pt x="291" y="7125"/>
                  </a:lnTo>
                  <a:lnTo>
                    <a:pt x="403" y="7326"/>
                  </a:lnTo>
                  <a:lnTo>
                    <a:pt x="514" y="7527"/>
                  </a:lnTo>
                  <a:lnTo>
                    <a:pt x="782" y="7951"/>
                  </a:lnTo>
                  <a:lnTo>
                    <a:pt x="1140" y="8353"/>
                  </a:lnTo>
                  <a:lnTo>
                    <a:pt x="1542" y="8755"/>
                  </a:lnTo>
                  <a:lnTo>
                    <a:pt x="2011" y="9157"/>
                  </a:lnTo>
                  <a:lnTo>
                    <a:pt x="2524" y="9537"/>
                  </a:lnTo>
                  <a:lnTo>
                    <a:pt x="3105" y="9939"/>
                  </a:lnTo>
                  <a:lnTo>
                    <a:pt x="3753" y="10319"/>
                  </a:lnTo>
                  <a:lnTo>
                    <a:pt x="4445" y="10698"/>
                  </a:lnTo>
                  <a:lnTo>
                    <a:pt x="5204" y="11056"/>
                  </a:lnTo>
                  <a:lnTo>
                    <a:pt x="6030" y="11435"/>
                  </a:lnTo>
                  <a:lnTo>
                    <a:pt x="6901" y="11793"/>
                  </a:lnTo>
                  <a:lnTo>
                    <a:pt x="7839" y="12128"/>
                  </a:lnTo>
                  <a:lnTo>
                    <a:pt x="84799" y="12128"/>
                  </a:lnTo>
                  <a:lnTo>
                    <a:pt x="89734" y="9783"/>
                  </a:lnTo>
                  <a:lnTo>
                    <a:pt x="89734" y="1966"/>
                  </a:lnTo>
                  <a:lnTo>
                    <a:pt x="89310" y="1698"/>
                  </a:lnTo>
                  <a:lnTo>
                    <a:pt x="88886" y="1452"/>
                  </a:lnTo>
                  <a:lnTo>
                    <a:pt x="88439" y="1207"/>
                  </a:lnTo>
                  <a:lnTo>
                    <a:pt x="87948" y="961"/>
                  </a:lnTo>
                  <a:lnTo>
                    <a:pt x="86920" y="470"/>
                  </a:lnTo>
                  <a:lnTo>
                    <a:pt x="85781" y="1"/>
                  </a:lnTo>
                  <a:lnTo>
                    <a:pt x="84977" y="314"/>
                  </a:lnTo>
                  <a:lnTo>
                    <a:pt x="84106" y="604"/>
                  </a:lnTo>
                  <a:lnTo>
                    <a:pt x="83235" y="917"/>
                  </a:lnTo>
                  <a:lnTo>
                    <a:pt x="82297" y="1185"/>
                  </a:lnTo>
                  <a:lnTo>
                    <a:pt x="81359" y="1475"/>
                  </a:lnTo>
                  <a:lnTo>
                    <a:pt x="80355" y="1743"/>
                  </a:lnTo>
                  <a:lnTo>
                    <a:pt x="79350" y="2011"/>
                  </a:lnTo>
                  <a:lnTo>
                    <a:pt x="78300" y="2256"/>
                  </a:lnTo>
                  <a:lnTo>
                    <a:pt x="77228" y="2502"/>
                  </a:lnTo>
                  <a:lnTo>
                    <a:pt x="76111" y="2725"/>
                  </a:lnTo>
                  <a:lnTo>
                    <a:pt x="74972" y="2971"/>
                  </a:lnTo>
                  <a:lnTo>
                    <a:pt x="73811" y="3172"/>
                  </a:lnTo>
                  <a:lnTo>
                    <a:pt x="72627" y="3395"/>
                  </a:lnTo>
                  <a:lnTo>
                    <a:pt x="71421" y="3574"/>
                  </a:lnTo>
                  <a:lnTo>
                    <a:pt x="68920" y="3954"/>
                  </a:lnTo>
                  <a:lnTo>
                    <a:pt x="66329" y="4266"/>
                  </a:lnTo>
                  <a:lnTo>
                    <a:pt x="63672" y="4557"/>
                  </a:lnTo>
                  <a:lnTo>
                    <a:pt x="60925" y="4802"/>
                  </a:lnTo>
                  <a:lnTo>
                    <a:pt x="58111" y="5003"/>
                  </a:lnTo>
                  <a:lnTo>
                    <a:pt x="55230" y="5160"/>
                  </a:lnTo>
                  <a:lnTo>
                    <a:pt x="52304" y="5271"/>
                  </a:lnTo>
                  <a:lnTo>
                    <a:pt x="49334" y="5361"/>
                  </a:lnTo>
                  <a:lnTo>
                    <a:pt x="46319" y="5383"/>
                  </a:lnTo>
                  <a:lnTo>
                    <a:pt x="43282" y="5361"/>
                  </a:lnTo>
                  <a:lnTo>
                    <a:pt x="40312" y="5271"/>
                  </a:lnTo>
                  <a:lnTo>
                    <a:pt x="37386" y="5160"/>
                  </a:lnTo>
                  <a:lnTo>
                    <a:pt x="34505" y="5003"/>
                  </a:lnTo>
                  <a:lnTo>
                    <a:pt x="31691" y="4802"/>
                  </a:lnTo>
                  <a:lnTo>
                    <a:pt x="28944" y="4557"/>
                  </a:lnTo>
                  <a:lnTo>
                    <a:pt x="26286" y="4266"/>
                  </a:lnTo>
                  <a:lnTo>
                    <a:pt x="23696" y="3954"/>
                  </a:lnTo>
                  <a:lnTo>
                    <a:pt x="21195" y="3574"/>
                  </a:lnTo>
                  <a:lnTo>
                    <a:pt x="19989" y="3395"/>
                  </a:lnTo>
                  <a:lnTo>
                    <a:pt x="18805" y="3172"/>
                  </a:lnTo>
                  <a:lnTo>
                    <a:pt x="17644" y="2971"/>
                  </a:lnTo>
                  <a:lnTo>
                    <a:pt x="16505" y="2725"/>
                  </a:lnTo>
                  <a:lnTo>
                    <a:pt x="15410" y="2502"/>
                  </a:lnTo>
                  <a:lnTo>
                    <a:pt x="14316" y="2256"/>
                  </a:lnTo>
                  <a:lnTo>
                    <a:pt x="13266" y="2011"/>
                  </a:lnTo>
                  <a:lnTo>
                    <a:pt x="12261" y="1743"/>
                  </a:lnTo>
                  <a:lnTo>
                    <a:pt x="11279" y="1475"/>
                  </a:lnTo>
                  <a:lnTo>
                    <a:pt x="10318" y="1185"/>
                  </a:lnTo>
                  <a:lnTo>
                    <a:pt x="9403" y="917"/>
                  </a:lnTo>
                  <a:lnTo>
                    <a:pt x="8509" y="604"/>
                  </a:lnTo>
                  <a:lnTo>
                    <a:pt x="7661" y="314"/>
                  </a:lnTo>
                  <a:lnTo>
                    <a:pt x="6834" y="1"/>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2" name="Google Shape;182;p6"/>
            <p:cNvSpPr/>
            <p:nvPr/>
          </p:nvSpPr>
          <p:spPr>
            <a:xfrm>
              <a:off x="4308382" y="3740892"/>
              <a:ext cx="4833127" cy="741006"/>
            </a:xfrm>
            <a:custGeom>
              <a:rect b="b" l="l" r="r" t="t"/>
              <a:pathLst>
                <a:path extrusionOk="0" h="13758" w="89735">
                  <a:moveTo>
                    <a:pt x="13289" y="0"/>
                  </a:moveTo>
                  <a:lnTo>
                    <a:pt x="11725" y="402"/>
                  </a:lnTo>
                  <a:lnTo>
                    <a:pt x="10251" y="826"/>
                  </a:lnTo>
                  <a:lnTo>
                    <a:pt x="8889" y="1251"/>
                  </a:lnTo>
                  <a:lnTo>
                    <a:pt x="7594" y="1697"/>
                  </a:lnTo>
                  <a:lnTo>
                    <a:pt x="6410" y="2166"/>
                  </a:lnTo>
                  <a:lnTo>
                    <a:pt x="5316" y="2635"/>
                  </a:lnTo>
                  <a:lnTo>
                    <a:pt x="4333" y="3127"/>
                  </a:lnTo>
                  <a:lnTo>
                    <a:pt x="3864" y="3372"/>
                  </a:lnTo>
                  <a:lnTo>
                    <a:pt x="3440" y="3618"/>
                  </a:lnTo>
                  <a:lnTo>
                    <a:pt x="3038" y="3886"/>
                  </a:lnTo>
                  <a:lnTo>
                    <a:pt x="2636" y="4132"/>
                  </a:lnTo>
                  <a:lnTo>
                    <a:pt x="2279" y="4377"/>
                  </a:lnTo>
                  <a:lnTo>
                    <a:pt x="1944" y="4645"/>
                  </a:lnTo>
                  <a:lnTo>
                    <a:pt x="1653" y="4913"/>
                  </a:lnTo>
                  <a:lnTo>
                    <a:pt x="1363" y="5159"/>
                  </a:lnTo>
                  <a:lnTo>
                    <a:pt x="1117" y="5427"/>
                  </a:lnTo>
                  <a:lnTo>
                    <a:pt x="872" y="5695"/>
                  </a:lnTo>
                  <a:lnTo>
                    <a:pt x="671" y="5963"/>
                  </a:lnTo>
                  <a:lnTo>
                    <a:pt x="492" y="6231"/>
                  </a:lnTo>
                  <a:lnTo>
                    <a:pt x="358" y="6499"/>
                  </a:lnTo>
                  <a:lnTo>
                    <a:pt x="224" y="6789"/>
                  </a:lnTo>
                  <a:lnTo>
                    <a:pt x="135" y="7057"/>
                  </a:lnTo>
                  <a:lnTo>
                    <a:pt x="68" y="7325"/>
                  </a:lnTo>
                  <a:lnTo>
                    <a:pt x="23" y="7616"/>
                  </a:lnTo>
                  <a:lnTo>
                    <a:pt x="1" y="7884"/>
                  </a:lnTo>
                  <a:lnTo>
                    <a:pt x="23" y="8085"/>
                  </a:lnTo>
                  <a:lnTo>
                    <a:pt x="45" y="8263"/>
                  </a:lnTo>
                  <a:lnTo>
                    <a:pt x="68" y="8464"/>
                  </a:lnTo>
                  <a:lnTo>
                    <a:pt x="112" y="8665"/>
                  </a:lnTo>
                  <a:lnTo>
                    <a:pt x="246" y="9045"/>
                  </a:lnTo>
                  <a:lnTo>
                    <a:pt x="447" y="9425"/>
                  </a:lnTo>
                  <a:lnTo>
                    <a:pt x="693" y="9804"/>
                  </a:lnTo>
                  <a:lnTo>
                    <a:pt x="983" y="10184"/>
                  </a:lnTo>
                  <a:lnTo>
                    <a:pt x="1341" y="10564"/>
                  </a:lnTo>
                  <a:lnTo>
                    <a:pt x="1743" y="10943"/>
                  </a:lnTo>
                  <a:lnTo>
                    <a:pt x="2212" y="11301"/>
                  </a:lnTo>
                  <a:lnTo>
                    <a:pt x="2703" y="11680"/>
                  </a:lnTo>
                  <a:lnTo>
                    <a:pt x="3284" y="12038"/>
                  </a:lnTo>
                  <a:lnTo>
                    <a:pt x="3887" y="12395"/>
                  </a:lnTo>
                  <a:lnTo>
                    <a:pt x="4556" y="12752"/>
                  </a:lnTo>
                  <a:lnTo>
                    <a:pt x="5271" y="13087"/>
                  </a:lnTo>
                  <a:lnTo>
                    <a:pt x="6030" y="13422"/>
                  </a:lnTo>
                  <a:lnTo>
                    <a:pt x="6834" y="13757"/>
                  </a:lnTo>
                  <a:lnTo>
                    <a:pt x="7661" y="13445"/>
                  </a:lnTo>
                  <a:lnTo>
                    <a:pt x="8509" y="13154"/>
                  </a:lnTo>
                  <a:lnTo>
                    <a:pt x="9403" y="12864"/>
                  </a:lnTo>
                  <a:lnTo>
                    <a:pt x="10318" y="12574"/>
                  </a:lnTo>
                  <a:lnTo>
                    <a:pt x="11279" y="12283"/>
                  </a:lnTo>
                  <a:lnTo>
                    <a:pt x="12261" y="12015"/>
                  </a:lnTo>
                  <a:lnTo>
                    <a:pt x="13266" y="11747"/>
                  </a:lnTo>
                  <a:lnTo>
                    <a:pt x="14316" y="11502"/>
                  </a:lnTo>
                  <a:lnTo>
                    <a:pt x="15410" y="11256"/>
                  </a:lnTo>
                  <a:lnTo>
                    <a:pt x="16505" y="11033"/>
                  </a:lnTo>
                  <a:lnTo>
                    <a:pt x="17644" y="10809"/>
                  </a:lnTo>
                  <a:lnTo>
                    <a:pt x="18805" y="10586"/>
                  </a:lnTo>
                  <a:lnTo>
                    <a:pt x="19989" y="10385"/>
                  </a:lnTo>
                  <a:lnTo>
                    <a:pt x="21195" y="10184"/>
                  </a:lnTo>
                  <a:lnTo>
                    <a:pt x="23696" y="9804"/>
                  </a:lnTo>
                  <a:lnTo>
                    <a:pt x="26286" y="9492"/>
                  </a:lnTo>
                  <a:lnTo>
                    <a:pt x="28944" y="9201"/>
                  </a:lnTo>
                  <a:lnTo>
                    <a:pt x="31691" y="8956"/>
                  </a:lnTo>
                  <a:lnTo>
                    <a:pt x="34505" y="8755"/>
                  </a:lnTo>
                  <a:lnTo>
                    <a:pt x="37386" y="8598"/>
                  </a:lnTo>
                  <a:lnTo>
                    <a:pt x="40312" y="8487"/>
                  </a:lnTo>
                  <a:lnTo>
                    <a:pt x="43282" y="8420"/>
                  </a:lnTo>
                  <a:lnTo>
                    <a:pt x="46319" y="8397"/>
                  </a:lnTo>
                  <a:lnTo>
                    <a:pt x="49334" y="8420"/>
                  </a:lnTo>
                  <a:lnTo>
                    <a:pt x="52304" y="8487"/>
                  </a:lnTo>
                  <a:lnTo>
                    <a:pt x="55230" y="8598"/>
                  </a:lnTo>
                  <a:lnTo>
                    <a:pt x="58111" y="8755"/>
                  </a:lnTo>
                  <a:lnTo>
                    <a:pt x="60925" y="8956"/>
                  </a:lnTo>
                  <a:lnTo>
                    <a:pt x="63672" y="9201"/>
                  </a:lnTo>
                  <a:lnTo>
                    <a:pt x="66329" y="9492"/>
                  </a:lnTo>
                  <a:lnTo>
                    <a:pt x="68920" y="9804"/>
                  </a:lnTo>
                  <a:lnTo>
                    <a:pt x="71421" y="10184"/>
                  </a:lnTo>
                  <a:lnTo>
                    <a:pt x="72627" y="10385"/>
                  </a:lnTo>
                  <a:lnTo>
                    <a:pt x="73811" y="10586"/>
                  </a:lnTo>
                  <a:lnTo>
                    <a:pt x="74972" y="10809"/>
                  </a:lnTo>
                  <a:lnTo>
                    <a:pt x="76111" y="11033"/>
                  </a:lnTo>
                  <a:lnTo>
                    <a:pt x="77228" y="11256"/>
                  </a:lnTo>
                  <a:lnTo>
                    <a:pt x="78300" y="11502"/>
                  </a:lnTo>
                  <a:lnTo>
                    <a:pt x="79350" y="11747"/>
                  </a:lnTo>
                  <a:lnTo>
                    <a:pt x="80355" y="12015"/>
                  </a:lnTo>
                  <a:lnTo>
                    <a:pt x="81359" y="12283"/>
                  </a:lnTo>
                  <a:lnTo>
                    <a:pt x="82297" y="12574"/>
                  </a:lnTo>
                  <a:lnTo>
                    <a:pt x="83235" y="12864"/>
                  </a:lnTo>
                  <a:lnTo>
                    <a:pt x="84106" y="13154"/>
                  </a:lnTo>
                  <a:lnTo>
                    <a:pt x="84977" y="13445"/>
                  </a:lnTo>
                  <a:lnTo>
                    <a:pt x="85781" y="13757"/>
                  </a:lnTo>
                  <a:lnTo>
                    <a:pt x="86920" y="13288"/>
                  </a:lnTo>
                  <a:lnTo>
                    <a:pt x="87948" y="12797"/>
                  </a:lnTo>
                  <a:lnTo>
                    <a:pt x="88439" y="12551"/>
                  </a:lnTo>
                  <a:lnTo>
                    <a:pt x="88886" y="12306"/>
                  </a:lnTo>
                  <a:lnTo>
                    <a:pt x="89310" y="12060"/>
                  </a:lnTo>
                  <a:lnTo>
                    <a:pt x="89734" y="11792"/>
                  </a:lnTo>
                  <a:lnTo>
                    <a:pt x="89734" y="3975"/>
                  </a:lnTo>
                  <a:lnTo>
                    <a:pt x="89288" y="3685"/>
                  </a:lnTo>
                  <a:lnTo>
                    <a:pt x="88819" y="3417"/>
                  </a:lnTo>
                  <a:lnTo>
                    <a:pt x="88305" y="3149"/>
                  </a:lnTo>
                  <a:lnTo>
                    <a:pt x="87791" y="2881"/>
                  </a:lnTo>
                  <a:lnTo>
                    <a:pt x="87233" y="2613"/>
                  </a:lnTo>
                  <a:lnTo>
                    <a:pt x="86652" y="2367"/>
                  </a:lnTo>
                  <a:lnTo>
                    <a:pt x="86049" y="2099"/>
                  </a:lnTo>
                  <a:lnTo>
                    <a:pt x="85402" y="1854"/>
                  </a:lnTo>
                  <a:lnTo>
                    <a:pt x="84039" y="1362"/>
                  </a:lnTo>
                  <a:lnTo>
                    <a:pt x="82588" y="893"/>
                  </a:lnTo>
                  <a:lnTo>
                    <a:pt x="81002" y="424"/>
                  </a:lnTo>
                  <a:lnTo>
                    <a:pt x="79327" y="0"/>
                  </a:lnTo>
                  <a:lnTo>
                    <a:pt x="77652" y="380"/>
                  </a:lnTo>
                  <a:lnTo>
                    <a:pt x="75910" y="759"/>
                  </a:lnTo>
                  <a:lnTo>
                    <a:pt x="74101" y="1117"/>
                  </a:lnTo>
                  <a:lnTo>
                    <a:pt x="72225" y="1429"/>
                  </a:lnTo>
                  <a:lnTo>
                    <a:pt x="70305" y="1742"/>
                  </a:lnTo>
                  <a:lnTo>
                    <a:pt x="68317" y="2010"/>
                  </a:lnTo>
                  <a:lnTo>
                    <a:pt x="66307" y="2278"/>
                  </a:lnTo>
                  <a:lnTo>
                    <a:pt x="64230" y="2501"/>
                  </a:lnTo>
                  <a:lnTo>
                    <a:pt x="62108" y="2702"/>
                  </a:lnTo>
                  <a:lnTo>
                    <a:pt x="59942" y="2881"/>
                  </a:lnTo>
                  <a:lnTo>
                    <a:pt x="57754" y="3015"/>
                  </a:lnTo>
                  <a:lnTo>
                    <a:pt x="55520" y="3149"/>
                  </a:lnTo>
                  <a:lnTo>
                    <a:pt x="53242" y="3238"/>
                  </a:lnTo>
                  <a:lnTo>
                    <a:pt x="50964" y="3305"/>
                  </a:lnTo>
                  <a:lnTo>
                    <a:pt x="48642" y="3350"/>
                  </a:lnTo>
                  <a:lnTo>
                    <a:pt x="46319" y="3372"/>
                  </a:lnTo>
                  <a:lnTo>
                    <a:pt x="43974" y="3350"/>
                  </a:lnTo>
                  <a:lnTo>
                    <a:pt x="41652" y="3305"/>
                  </a:lnTo>
                  <a:lnTo>
                    <a:pt x="39374" y="3238"/>
                  </a:lnTo>
                  <a:lnTo>
                    <a:pt x="37096" y="3149"/>
                  </a:lnTo>
                  <a:lnTo>
                    <a:pt x="34885" y="3015"/>
                  </a:lnTo>
                  <a:lnTo>
                    <a:pt x="32674" y="2881"/>
                  </a:lnTo>
                  <a:lnTo>
                    <a:pt x="30507" y="2702"/>
                  </a:lnTo>
                  <a:lnTo>
                    <a:pt x="28408" y="2501"/>
                  </a:lnTo>
                  <a:lnTo>
                    <a:pt x="26331" y="2278"/>
                  </a:lnTo>
                  <a:lnTo>
                    <a:pt x="24299" y="2010"/>
                  </a:lnTo>
                  <a:lnTo>
                    <a:pt x="22311" y="1742"/>
                  </a:lnTo>
                  <a:lnTo>
                    <a:pt x="20391" y="1429"/>
                  </a:lnTo>
                  <a:lnTo>
                    <a:pt x="18515" y="1117"/>
                  </a:lnTo>
                  <a:lnTo>
                    <a:pt x="16706" y="759"/>
                  </a:lnTo>
                  <a:lnTo>
                    <a:pt x="14964" y="380"/>
                  </a:lnTo>
                  <a:lnTo>
                    <a:pt x="13289"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3" name="Google Shape;183;p6"/>
            <p:cNvSpPr/>
            <p:nvPr/>
          </p:nvSpPr>
          <p:spPr>
            <a:xfrm>
              <a:off x="4308382" y="2704009"/>
              <a:ext cx="4833127" cy="1032065"/>
            </a:xfrm>
            <a:custGeom>
              <a:rect b="b" l="l" r="r" t="t"/>
              <a:pathLst>
                <a:path extrusionOk="0" h="19162" w="89735">
                  <a:moveTo>
                    <a:pt x="43929" y="0"/>
                  </a:moveTo>
                  <a:lnTo>
                    <a:pt x="41585" y="45"/>
                  </a:lnTo>
                  <a:lnTo>
                    <a:pt x="39262" y="134"/>
                  </a:lnTo>
                  <a:lnTo>
                    <a:pt x="36984" y="224"/>
                  </a:lnTo>
                  <a:lnTo>
                    <a:pt x="34751" y="358"/>
                  </a:lnTo>
                  <a:lnTo>
                    <a:pt x="32562" y="492"/>
                  </a:lnTo>
                  <a:lnTo>
                    <a:pt x="30396" y="670"/>
                  </a:lnTo>
                  <a:lnTo>
                    <a:pt x="28296" y="871"/>
                  </a:lnTo>
                  <a:lnTo>
                    <a:pt x="26264" y="1117"/>
                  </a:lnTo>
                  <a:lnTo>
                    <a:pt x="24254" y="1363"/>
                  </a:lnTo>
                  <a:lnTo>
                    <a:pt x="22311" y="1631"/>
                  </a:lnTo>
                  <a:lnTo>
                    <a:pt x="20435" y="1921"/>
                  </a:lnTo>
                  <a:lnTo>
                    <a:pt x="18626" y="2233"/>
                  </a:lnTo>
                  <a:lnTo>
                    <a:pt x="16884" y="2568"/>
                  </a:lnTo>
                  <a:lnTo>
                    <a:pt x="15187" y="2926"/>
                  </a:lnTo>
                  <a:lnTo>
                    <a:pt x="13579" y="3305"/>
                  </a:lnTo>
                  <a:lnTo>
                    <a:pt x="12060" y="3685"/>
                  </a:lnTo>
                  <a:lnTo>
                    <a:pt x="10586" y="4087"/>
                  </a:lnTo>
                  <a:lnTo>
                    <a:pt x="9224" y="4534"/>
                  </a:lnTo>
                  <a:lnTo>
                    <a:pt x="7929" y="4958"/>
                  </a:lnTo>
                  <a:lnTo>
                    <a:pt x="6723" y="5427"/>
                  </a:lnTo>
                  <a:lnTo>
                    <a:pt x="5606" y="5896"/>
                  </a:lnTo>
                  <a:lnTo>
                    <a:pt x="4579" y="6387"/>
                  </a:lnTo>
                  <a:lnTo>
                    <a:pt x="4110" y="6633"/>
                  </a:lnTo>
                  <a:lnTo>
                    <a:pt x="3663" y="6879"/>
                  </a:lnTo>
                  <a:lnTo>
                    <a:pt x="3217" y="7124"/>
                  </a:lnTo>
                  <a:lnTo>
                    <a:pt x="2815" y="7392"/>
                  </a:lnTo>
                  <a:lnTo>
                    <a:pt x="2435" y="7660"/>
                  </a:lnTo>
                  <a:lnTo>
                    <a:pt x="2100" y="7906"/>
                  </a:lnTo>
                  <a:lnTo>
                    <a:pt x="1765" y="8174"/>
                  </a:lnTo>
                  <a:lnTo>
                    <a:pt x="1475" y="8442"/>
                  </a:lnTo>
                  <a:lnTo>
                    <a:pt x="1207" y="8710"/>
                  </a:lnTo>
                  <a:lnTo>
                    <a:pt x="961" y="9000"/>
                  </a:lnTo>
                  <a:lnTo>
                    <a:pt x="738" y="9268"/>
                  </a:lnTo>
                  <a:lnTo>
                    <a:pt x="537" y="9559"/>
                  </a:lnTo>
                  <a:lnTo>
                    <a:pt x="380" y="9827"/>
                  </a:lnTo>
                  <a:lnTo>
                    <a:pt x="246" y="10117"/>
                  </a:lnTo>
                  <a:lnTo>
                    <a:pt x="135" y="10385"/>
                  </a:lnTo>
                  <a:lnTo>
                    <a:pt x="68" y="10675"/>
                  </a:lnTo>
                  <a:lnTo>
                    <a:pt x="23" y="10966"/>
                  </a:lnTo>
                  <a:lnTo>
                    <a:pt x="1" y="11256"/>
                  </a:lnTo>
                  <a:lnTo>
                    <a:pt x="23" y="11546"/>
                  </a:lnTo>
                  <a:lnTo>
                    <a:pt x="68" y="11814"/>
                  </a:lnTo>
                  <a:lnTo>
                    <a:pt x="135" y="12082"/>
                  </a:lnTo>
                  <a:lnTo>
                    <a:pt x="224" y="12373"/>
                  </a:lnTo>
                  <a:lnTo>
                    <a:pt x="358" y="12641"/>
                  </a:lnTo>
                  <a:lnTo>
                    <a:pt x="492" y="12909"/>
                  </a:lnTo>
                  <a:lnTo>
                    <a:pt x="671" y="13177"/>
                  </a:lnTo>
                  <a:lnTo>
                    <a:pt x="872" y="13445"/>
                  </a:lnTo>
                  <a:lnTo>
                    <a:pt x="1117" y="13713"/>
                  </a:lnTo>
                  <a:lnTo>
                    <a:pt x="1363" y="13981"/>
                  </a:lnTo>
                  <a:lnTo>
                    <a:pt x="1653" y="14249"/>
                  </a:lnTo>
                  <a:lnTo>
                    <a:pt x="1944" y="14494"/>
                  </a:lnTo>
                  <a:lnTo>
                    <a:pt x="2279" y="14762"/>
                  </a:lnTo>
                  <a:lnTo>
                    <a:pt x="2636" y="15008"/>
                  </a:lnTo>
                  <a:lnTo>
                    <a:pt x="3038" y="15276"/>
                  </a:lnTo>
                  <a:lnTo>
                    <a:pt x="3440" y="15522"/>
                  </a:lnTo>
                  <a:lnTo>
                    <a:pt x="3864" y="15767"/>
                  </a:lnTo>
                  <a:lnTo>
                    <a:pt x="4333" y="16013"/>
                  </a:lnTo>
                  <a:lnTo>
                    <a:pt x="5316" y="16504"/>
                  </a:lnTo>
                  <a:lnTo>
                    <a:pt x="6410" y="16973"/>
                  </a:lnTo>
                  <a:lnTo>
                    <a:pt x="7594" y="17442"/>
                  </a:lnTo>
                  <a:lnTo>
                    <a:pt x="8889" y="17889"/>
                  </a:lnTo>
                  <a:lnTo>
                    <a:pt x="10251" y="18335"/>
                  </a:lnTo>
                  <a:lnTo>
                    <a:pt x="11725" y="18737"/>
                  </a:lnTo>
                  <a:lnTo>
                    <a:pt x="13289" y="19162"/>
                  </a:lnTo>
                  <a:lnTo>
                    <a:pt x="14964" y="18760"/>
                  </a:lnTo>
                  <a:lnTo>
                    <a:pt x="16706" y="18380"/>
                  </a:lnTo>
                  <a:lnTo>
                    <a:pt x="18515" y="18023"/>
                  </a:lnTo>
                  <a:lnTo>
                    <a:pt x="20391" y="17710"/>
                  </a:lnTo>
                  <a:lnTo>
                    <a:pt x="22311" y="17398"/>
                  </a:lnTo>
                  <a:lnTo>
                    <a:pt x="24299" y="17130"/>
                  </a:lnTo>
                  <a:lnTo>
                    <a:pt x="26331" y="16884"/>
                  </a:lnTo>
                  <a:lnTo>
                    <a:pt x="28408" y="16638"/>
                  </a:lnTo>
                  <a:lnTo>
                    <a:pt x="30507" y="16437"/>
                  </a:lnTo>
                  <a:lnTo>
                    <a:pt x="32674" y="16281"/>
                  </a:lnTo>
                  <a:lnTo>
                    <a:pt x="34885" y="16125"/>
                  </a:lnTo>
                  <a:lnTo>
                    <a:pt x="37096" y="15991"/>
                  </a:lnTo>
                  <a:lnTo>
                    <a:pt x="39374" y="15901"/>
                  </a:lnTo>
                  <a:lnTo>
                    <a:pt x="41652" y="15834"/>
                  </a:lnTo>
                  <a:lnTo>
                    <a:pt x="43974" y="15790"/>
                  </a:lnTo>
                  <a:lnTo>
                    <a:pt x="46319" y="15767"/>
                  </a:lnTo>
                  <a:lnTo>
                    <a:pt x="48642" y="15790"/>
                  </a:lnTo>
                  <a:lnTo>
                    <a:pt x="50964" y="15834"/>
                  </a:lnTo>
                  <a:lnTo>
                    <a:pt x="53242" y="15901"/>
                  </a:lnTo>
                  <a:lnTo>
                    <a:pt x="55520" y="15991"/>
                  </a:lnTo>
                  <a:lnTo>
                    <a:pt x="57754" y="16125"/>
                  </a:lnTo>
                  <a:lnTo>
                    <a:pt x="59942" y="16281"/>
                  </a:lnTo>
                  <a:lnTo>
                    <a:pt x="62108" y="16437"/>
                  </a:lnTo>
                  <a:lnTo>
                    <a:pt x="64230" y="16638"/>
                  </a:lnTo>
                  <a:lnTo>
                    <a:pt x="66307" y="16884"/>
                  </a:lnTo>
                  <a:lnTo>
                    <a:pt x="68317" y="17130"/>
                  </a:lnTo>
                  <a:lnTo>
                    <a:pt x="70305" y="17398"/>
                  </a:lnTo>
                  <a:lnTo>
                    <a:pt x="72225" y="17710"/>
                  </a:lnTo>
                  <a:lnTo>
                    <a:pt x="74101" y="18023"/>
                  </a:lnTo>
                  <a:lnTo>
                    <a:pt x="75910" y="18380"/>
                  </a:lnTo>
                  <a:lnTo>
                    <a:pt x="77652" y="18760"/>
                  </a:lnTo>
                  <a:lnTo>
                    <a:pt x="79327" y="19162"/>
                  </a:lnTo>
                  <a:lnTo>
                    <a:pt x="81002" y="18715"/>
                  </a:lnTo>
                  <a:lnTo>
                    <a:pt x="82588" y="18269"/>
                  </a:lnTo>
                  <a:lnTo>
                    <a:pt x="84039" y="17777"/>
                  </a:lnTo>
                  <a:lnTo>
                    <a:pt x="85402" y="17286"/>
                  </a:lnTo>
                  <a:lnTo>
                    <a:pt x="86049" y="17040"/>
                  </a:lnTo>
                  <a:lnTo>
                    <a:pt x="86652" y="16795"/>
                  </a:lnTo>
                  <a:lnTo>
                    <a:pt x="87233" y="16527"/>
                  </a:lnTo>
                  <a:lnTo>
                    <a:pt x="87791" y="16259"/>
                  </a:lnTo>
                  <a:lnTo>
                    <a:pt x="88305" y="15991"/>
                  </a:lnTo>
                  <a:lnTo>
                    <a:pt x="88819" y="15723"/>
                  </a:lnTo>
                  <a:lnTo>
                    <a:pt x="89288" y="15455"/>
                  </a:lnTo>
                  <a:lnTo>
                    <a:pt x="89734" y="15187"/>
                  </a:lnTo>
                  <a:lnTo>
                    <a:pt x="89734" y="7348"/>
                  </a:lnTo>
                  <a:lnTo>
                    <a:pt x="89087" y="6946"/>
                  </a:lnTo>
                  <a:lnTo>
                    <a:pt x="88394" y="6566"/>
                  </a:lnTo>
                  <a:lnTo>
                    <a:pt x="87635" y="6186"/>
                  </a:lnTo>
                  <a:lnTo>
                    <a:pt x="86809" y="5807"/>
                  </a:lnTo>
                  <a:lnTo>
                    <a:pt x="85960" y="5449"/>
                  </a:lnTo>
                  <a:lnTo>
                    <a:pt x="85022" y="5092"/>
                  </a:lnTo>
                  <a:lnTo>
                    <a:pt x="84062" y="4735"/>
                  </a:lnTo>
                  <a:lnTo>
                    <a:pt x="83034" y="4400"/>
                  </a:lnTo>
                  <a:lnTo>
                    <a:pt x="81962" y="4065"/>
                  </a:lnTo>
                  <a:lnTo>
                    <a:pt x="80824" y="3752"/>
                  </a:lnTo>
                  <a:lnTo>
                    <a:pt x="79640" y="3439"/>
                  </a:lnTo>
                  <a:lnTo>
                    <a:pt x="78412" y="3149"/>
                  </a:lnTo>
                  <a:lnTo>
                    <a:pt x="77139" y="2859"/>
                  </a:lnTo>
                  <a:lnTo>
                    <a:pt x="75821" y="2591"/>
                  </a:lnTo>
                  <a:lnTo>
                    <a:pt x="74459" y="2323"/>
                  </a:lnTo>
                  <a:lnTo>
                    <a:pt x="73052" y="2055"/>
                  </a:lnTo>
                  <a:lnTo>
                    <a:pt x="71555" y="1809"/>
                  </a:lnTo>
                  <a:lnTo>
                    <a:pt x="70037" y="1586"/>
                  </a:lnTo>
                  <a:lnTo>
                    <a:pt x="68496" y="1363"/>
                  </a:lnTo>
                  <a:lnTo>
                    <a:pt x="66910" y="1162"/>
                  </a:lnTo>
                  <a:lnTo>
                    <a:pt x="65302" y="983"/>
                  </a:lnTo>
                  <a:lnTo>
                    <a:pt x="63672" y="804"/>
                  </a:lnTo>
                  <a:lnTo>
                    <a:pt x="62019" y="670"/>
                  </a:lnTo>
                  <a:lnTo>
                    <a:pt x="60344" y="514"/>
                  </a:lnTo>
                  <a:lnTo>
                    <a:pt x="58647" y="402"/>
                  </a:lnTo>
                  <a:lnTo>
                    <a:pt x="56950" y="291"/>
                  </a:lnTo>
                  <a:lnTo>
                    <a:pt x="55208" y="201"/>
                  </a:lnTo>
                  <a:lnTo>
                    <a:pt x="53443" y="134"/>
                  </a:lnTo>
                  <a:lnTo>
                    <a:pt x="51679" y="67"/>
                  </a:lnTo>
                  <a:lnTo>
                    <a:pt x="49915" y="23"/>
                  </a:lnTo>
                  <a:lnTo>
                    <a:pt x="48106"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1">
  <p:cSld name="BLANK_1_1_1_1_1_1_1">
    <p:spTree>
      <p:nvGrpSpPr>
        <p:cNvPr id="184" name="Shape 184"/>
        <p:cNvGrpSpPr/>
        <p:nvPr/>
      </p:nvGrpSpPr>
      <p:grpSpPr>
        <a:xfrm>
          <a:off x="0" y="0"/>
          <a:ext cx="0" cy="0"/>
          <a:chOff x="0" y="0"/>
          <a:chExt cx="0" cy="0"/>
        </a:xfrm>
      </p:grpSpPr>
      <p:sp>
        <p:nvSpPr>
          <p:cNvPr id="185" name="Google Shape;185;p7"/>
          <p:cNvSpPr/>
          <p:nvPr/>
        </p:nvSpPr>
        <p:spPr>
          <a:xfrm>
            <a:off x="6519500" y="2216800"/>
            <a:ext cx="4728600" cy="1604700"/>
          </a:xfrm>
          <a:prstGeom prst="chord">
            <a:avLst>
              <a:gd fmla="val 4346562" name="adj1"/>
              <a:gd fmla="val 17254322"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6" name="Google Shape;186;p7"/>
          <p:cNvSpPr/>
          <p:nvPr/>
        </p:nvSpPr>
        <p:spPr>
          <a:xfrm rot="1800032">
            <a:off x="6670150" y="2309109"/>
            <a:ext cx="4728524" cy="1869582"/>
          </a:xfrm>
          <a:prstGeom prst="chord">
            <a:avLst>
              <a:gd fmla="val 3282930" name="adj1"/>
              <a:gd fmla="val 14744228"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7" name="Google Shape;187;p7"/>
          <p:cNvSpPr/>
          <p:nvPr/>
        </p:nvSpPr>
        <p:spPr>
          <a:xfrm>
            <a:off x="6008850" y="3120100"/>
            <a:ext cx="3135148" cy="202339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8" name="Google Shape;188;p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89" name="Google Shape;189;p7"/>
          <p:cNvSpPr txBox="1"/>
          <p:nvPr>
            <p:ph idx="2" type="title"/>
          </p:nvPr>
        </p:nvSpPr>
        <p:spPr>
          <a:xfrm>
            <a:off x="115025" y="406250"/>
            <a:ext cx="6507000" cy="2656800"/>
          </a:xfrm>
          <a:prstGeom prst="rect">
            <a:avLst/>
          </a:prstGeom>
        </p:spPr>
        <p:txBody>
          <a:bodyPr anchorCtr="0" anchor="t" bIns="91425" lIns="91425" spcFirstLastPara="1" rIns="91425" wrap="square" tIns="0">
            <a:noAutofit/>
          </a:bodyPr>
          <a:lstStyle>
            <a:lvl1pPr lvl="0">
              <a:lnSpc>
                <a:spcPct val="90000"/>
              </a:lnSpc>
              <a:spcBef>
                <a:spcPts val="0"/>
              </a:spcBef>
              <a:spcAft>
                <a:spcPts val="0"/>
              </a:spcAft>
              <a:buNone/>
              <a:defRPr sz="5500"/>
            </a:lvl1pPr>
            <a:lvl2pPr lvl="1">
              <a:lnSpc>
                <a:spcPct val="90000"/>
              </a:lnSpc>
              <a:spcBef>
                <a:spcPts val="0"/>
              </a:spcBef>
              <a:spcAft>
                <a:spcPts val="0"/>
              </a:spcAft>
              <a:buNone/>
              <a:defRPr sz="5500"/>
            </a:lvl2pPr>
            <a:lvl3pPr lvl="2">
              <a:lnSpc>
                <a:spcPct val="90000"/>
              </a:lnSpc>
              <a:spcBef>
                <a:spcPts val="0"/>
              </a:spcBef>
              <a:spcAft>
                <a:spcPts val="0"/>
              </a:spcAft>
              <a:buNone/>
              <a:defRPr sz="5500"/>
            </a:lvl3pPr>
            <a:lvl4pPr lvl="3">
              <a:lnSpc>
                <a:spcPct val="90000"/>
              </a:lnSpc>
              <a:spcBef>
                <a:spcPts val="0"/>
              </a:spcBef>
              <a:spcAft>
                <a:spcPts val="0"/>
              </a:spcAft>
              <a:buNone/>
              <a:defRPr sz="5500"/>
            </a:lvl4pPr>
            <a:lvl5pPr lvl="4">
              <a:lnSpc>
                <a:spcPct val="90000"/>
              </a:lnSpc>
              <a:spcBef>
                <a:spcPts val="0"/>
              </a:spcBef>
              <a:spcAft>
                <a:spcPts val="0"/>
              </a:spcAft>
              <a:buNone/>
              <a:defRPr sz="5500"/>
            </a:lvl5pPr>
            <a:lvl6pPr lvl="5">
              <a:lnSpc>
                <a:spcPct val="90000"/>
              </a:lnSpc>
              <a:spcBef>
                <a:spcPts val="0"/>
              </a:spcBef>
              <a:spcAft>
                <a:spcPts val="0"/>
              </a:spcAft>
              <a:buNone/>
              <a:defRPr sz="5500"/>
            </a:lvl6pPr>
            <a:lvl7pPr lvl="6">
              <a:lnSpc>
                <a:spcPct val="90000"/>
              </a:lnSpc>
              <a:spcBef>
                <a:spcPts val="0"/>
              </a:spcBef>
              <a:spcAft>
                <a:spcPts val="0"/>
              </a:spcAft>
              <a:buNone/>
              <a:defRPr sz="5500"/>
            </a:lvl7pPr>
            <a:lvl8pPr lvl="7">
              <a:lnSpc>
                <a:spcPct val="90000"/>
              </a:lnSpc>
              <a:spcBef>
                <a:spcPts val="0"/>
              </a:spcBef>
              <a:spcAft>
                <a:spcPts val="0"/>
              </a:spcAft>
              <a:buNone/>
              <a:defRPr sz="5500"/>
            </a:lvl8pPr>
            <a:lvl9pPr lvl="8">
              <a:lnSpc>
                <a:spcPct val="90000"/>
              </a:lnSpc>
              <a:spcBef>
                <a:spcPts val="0"/>
              </a:spcBef>
              <a:spcAft>
                <a:spcPts val="0"/>
              </a:spcAft>
              <a:buNone/>
              <a:defRPr sz="5500"/>
            </a:lvl9pPr>
          </a:lstStyle>
          <a:p/>
        </p:txBody>
      </p:sp>
      <p:sp>
        <p:nvSpPr>
          <p:cNvPr id="190" name="Google Shape;190;p7"/>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191" name="Google Shape;191;p7"/>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2">
  <p:cSld name="BLANK_1_1_1_1_1_1_1_2">
    <p:spTree>
      <p:nvGrpSpPr>
        <p:cNvPr id="192" name="Shape 192"/>
        <p:cNvGrpSpPr/>
        <p:nvPr/>
      </p:nvGrpSpPr>
      <p:grpSpPr>
        <a:xfrm>
          <a:off x="0" y="0"/>
          <a:ext cx="0" cy="0"/>
          <a:chOff x="0" y="0"/>
          <a:chExt cx="0" cy="0"/>
        </a:xfrm>
      </p:grpSpPr>
      <p:sp>
        <p:nvSpPr>
          <p:cNvPr id="193" name="Google Shape;193;p8"/>
          <p:cNvSpPr/>
          <p:nvPr/>
        </p:nvSpPr>
        <p:spPr>
          <a:xfrm>
            <a:off x="5861425" y="3065475"/>
            <a:ext cx="3282600" cy="2078950"/>
          </a:xfrm>
          <a:custGeom>
            <a:rect b="b" l="l" r="r" t="t"/>
            <a:pathLst>
              <a:path extrusionOk="0" h="83158" w="131304">
                <a:moveTo>
                  <a:pt x="131286" y="0"/>
                </a:moveTo>
                <a:lnTo>
                  <a:pt x="131304" y="83132"/>
                </a:lnTo>
                <a:lnTo>
                  <a:pt x="0" y="83158"/>
                </a:lnTo>
                <a:lnTo>
                  <a:pt x="55816" y="4343"/>
                </a:lnTo>
                <a:close/>
              </a:path>
            </a:pathLst>
          </a:custGeom>
          <a:solidFill>
            <a:schemeClr val="accent5"/>
          </a:solidFill>
          <a:ln>
            <a:noFill/>
          </a:ln>
        </p:spPr>
      </p:sp>
      <p:sp>
        <p:nvSpPr>
          <p:cNvPr id="194" name="Google Shape;194;p8"/>
          <p:cNvSpPr/>
          <p:nvPr/>
        </p:nvSpPr>
        <p:spPr>
          <a:xfrm>
            <a:off x="6818025" y="1675"/>
            <a:ext cx="2326300" cy="3183925"/>
          </a:xfrm>
          <a:custGeom>
            <a:rect b="b" l="l" r="r" t="t"/>
            <a:pathLst>
              <a:path extrusionOk="0" h="127357" w="93052">
                <a:moveTo>
                  <a:pt x="17353" y="127357"/>
                </a:moveTo>
                <a:lnTo>
                  <a:pt x="0" y="18662"/>
                </a:lnTo>
                <a:lnTo>
                  <a:pt x="93052" y="0"/>
                </a:lnTo>
                <a:lnTo>
                  <a:pt x="93019" y="122556"/>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nvGrpSpPr>
          <p:cNvPr id="195" name="Google Shape;195;p8"/>
          <p:cNvGrpSpPr/>
          <p:nvPr/>
        </p:nvGrpSpPr>
        <p:grpSpPr>
          <a:xfrm>
            <a:off x="25" y="4625"/>
            <a:ext cx="2329791" cy="795413"/>
            <a:chOff x="21" y="-511"/>
            <a:chExt cx="2329791" cy="800617"/>
          </a:xfrm>
        </p:grpSpPr>
        <p:grpSp>
          <p:nvGrpSpPr>
            <p:cNvPr id="196" name="Google Shape;196;p8"/>
            <p:cNvGrpSpPr/>
            <p:nvPr/>
          </p:nvGrpSpPr>
          <p:grpSpPr>
            <a:xfrm flipH="1" rot="10800000">
              <a:off x="25" y="392516"/>
              <a:ext cx="1927788" cy="407590"/>
              <a:chOff x="537425" y="3249175"/>
              <a:chExt cx="1774800" cy="370200"/>
            </a:xfrm>
          </p:grpSpPr>
          <p:sp>
            <p:nvSpPr>
              <p:cNvPr id="197" name="Google Shape;197;p8"/>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8" name="Google Shape;198;p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9" name="Google Shape;199;p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0" name="Google Shape;200;p8"/>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1" name="Google Shape;201;p8"/>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02" name="Google Shape;202;p8"/>
            <p:cNvGrpSpPr/>
            <p:nvPr/>
          </p:nvGrpSpPr>
          <p:grpSpPr>
            <a:xfrm flipH="1" rot="10800000">
              <a:off x="21" y="-511"/>
              <a:ext cx="1927788" cy="393115"/>
              <a:chOff x="537425" y="3249175"/>
              <a:chExt cx="1774800" cy="370200"/>
            </a:xfrm>
          </p:grpSpPr>
          <p:sp>
            <p:nvSpPr>
              <p:cNvPr id="203" name="Google Shape;203;p8"/>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4" name="Google Shape;204;p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5" name="Google Shape;205;p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6" name="Google Shape;206;p8"/>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7" name="Google Shape;207;p8"/>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08" name="Google Shape;208;p8"/>
            <p:cNvSpPr/>
            <p:nvPr/>
          </p:nvSpPr>
          <p:spPr>
            <a:xfrm flipH="1" rot="10800000">
              <a:off x="1927813" y="392406"/>
              <a:ext cx="402000" cy="40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09" name="Google Shape;209;p8"/>
          <p:cNvSpPr txBox="1"/>
          <p:nvPr>
            <p:ph type="title"/>
          </p:nvPr>
        </p:nvSpPr>
        <p:spPr>
          <a:xfrm>
            <a:off x="96025" y="1206300"/>
            <a:ext cx="6507000" cy="1876200"/>
          </a:xfrm>
          <a:prstGeom prst="rect">
            <a:avLst/>
          </a:prstGeom>
        </p:spPr>
        <p:txBody>
          <a:bodyPr anchorCtr="0" anchor="t" bIns="91425" lIns="91425" spcFirstLastPara="1" rIns="91425" wrap="square" tIns="91425">
            <a:noAutofit/>
          </a:bodyPr>
          <a:lstStyle>
            <a:lvl1pPr lvl="0">
              <a:spcBef>
                <a:spcPts val="0"/>
              </a:spcBef>
              <a:spcAft>
                <a:spcPts val="0"/>
              </a:spcAft>
              <a:buNone/>
              <a:defRPr sz="3600"/>
            </a:lvl1pPr>
            <a:lvl2pPr lvl="1">
              <a:spcBef>
                <a:spcPts val="0"/>
              </a:spcBef>
              <a:spcAft>
                <a:spcPts val="0"/>
              </a:spcAft>
              <a:buClr>
                <a:schemeClr val="lt1"/>
              </a:buClr>
              <a:buSzPts val="3600"/>
              <a:buFont typeface="IBM Plex Sans"/>
              <a:buNone/>
              <a:defRPr sz="3600">
                <a:solidFill>
                  <a:schemeClr val="lt1"/>
                </a:solidFill>
              </a:defRPr>
            </a:lvl2pPr>
            <a:lvl3pPr lvl="2">
              <a:spcBef>
                <a:spcPts val="0"/>
              </a:spcBef>
              <a:spcAft>
                <a:spcPts val="0"/>
              </a:spcAft>
              <a:buClr>
                <a:schemeClr val="lt1"/>
              </a:buClr>
              <a:buSzPts val="3600"/>
              <a:buFont typeface="IBM Plex Sans"/>
              <a:buNone/>
              <a:defRPr sz="3600">
                <a:solidFill>
                  <a:schemeClr val="lt1"/>
                </a:solidFill>
              </a:defRPr>
            </a:lvl3pPr>
            <a:lvl4pPr lvl="3">
              <a:spcBef>
                <a:spcPts val="0"/>
              </a:spcBef>
              <a:spcAft>
                <a:spcPts val="0"/>
              </a:spcAft>
              <a:buClr>
                <a:schemeClr val="lt1"/>
              </a:buClr>
              <a:buSzPts val="3600"/>
              <a:buFont typeface="IBM Plex Sans"/>
              <a:buNone/>
              <a:defRPr sz="3600">
                <a:solidFill>
                  <a:schemeClr val="lt1"/>
                </a:solidFill>
              </a:defRPr>
            </a:lvl4pPr>
            <a:lvl5pPr lvl="4">
              <a:spcBef>
                <a:spcPts val="0"/>
              </a:spcBef>
              <a:spcAft>
                <a:spcPts val="0"/>
              </a:spcAft>
              <a:buClr>
                <a:schemeClr val="lt1"/>
              </a:buClr>
              <a:buSzPts val="3600"/>
              <a:buFont typeface="IBM Plex Sans"/>
              <a:buNone/>
              <a:defRPr sz="3600">
                <a:solidFill>
                  <a:schemeClr val="lt1"/>
                </a:solidFill>
              </a:defRPr>
            </a:lvl5pPr>
            <a:lvl6pPr lvl="5">
              <a:spcBef>
                <a:spcPts val="0"/>
              </a:spcBef>
              <a:spcAft>
                <a:spcPts val="0"/>
              </a:spcAft>
              <a:buClr>
                <a:schemeClr val="lt1"/>
              </a:buClr>
              <a:buSzPts val="3600"/>
              <a:buFont typeface="IBM Plex Sans"/>
              <a:buNone/>
              <a:defRPr sz="3600">
                <a:solidFill>
                  <a:schemeClr val="lt1"/>
                </a:solidFill>
              </a:defRPr>
            </a:lvl6pPr>
            <a:lvl7pPr lvl="6">
              <a:spcBef>
                <a:spcPts val="0"/>
              </a:spcBef>
              <a:spcAft>
                <a:spcPts val="0"/>
              </a:spcAft>
              <a:buClr>
                <a:schemeClr val="lt1"/>
              </a:buClr>
              <a:buSzPts val="3600"/>
              <a:buFont typeface="IBM Plex Sans"/>
              <a:buNone/>
              <a:defRPr sz="3600">
                <a:solidFill>
                  <a:schemeClr val="lt1"/>
                </a:solidFill>
              </a:defRPr>
            </a:lvl7pPr>
            <a:lvl8pPr lvl="7">
              <a:spcBef>
                <a:spcPts val="0"/>
              </a:spcBef>
              <a:spcAft>
                <a:spcPts val="0"/>
              </a:spcAft>
              <a:buClr>
                <a:schemeClr val="lt1"/>
              </a:buClr>
              <a:buSzPts val="3600"/>
              <a:buFont typeface="IBM Plex Sans"/>
              <a:buNone/>
              <a:defRPr sz="3600">
                <a:solidFill>
                  <a:schemeClr val="lt1"/>
                </a:solidFill>
              </a:defRPr>
            </a:lvl8pPr>
            <a:lvl9pPr lvl="8">
              <a:spcBef>
                <a:spcPts val="0"/>
              </a:spcBef>
              <a:spcAft>
                <a:spcPts val="0"/>
              </a:spcAft>
              <a:buClr>
                <a:schemeClr val="lt1"/>
              </a:buClr>
              <a:buSzPts val="3600"/>
              <a:buFont typeface="IBM Plex Sans"/>
              <a:buNone/>
              <a:defRPr sz="3600">
                <a:solidFill>
                  <a:schemeClr val="lt1"/>
                </a:solidFill>
              </a:defRPr>
            </a:lvl9pPr>
          </a:lstStyle>
          <a:p/>
        </p:txBody>
      </p:sp>
      <p:sp>
        <p:nvSpPr>
          <p:cNvPr id="210" name="Google Shape;210;p8"/>
          <p:cNvSpPr/>
          <p:nvPr/>
        </p:nvSpPr>
        <p:spPr>
          <a:xfrm rot="386111">
            <a:off x="5422314" y="2861786"/>
            <a:ext cx="5875319" cy="1732905"/>
          </a:xfrm>
          <a:prstGeom prst="chord">
            <a:avLst>
              <a:gd fmla="val 2600939" name="adj1"/>
              <a:gd fmla="val 18561181"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1" name="Google Shape;211;p8"/>
          <p:cNvSpPr/>
          <p:nvPr/>
        </p:nvSpPr>
        <p:spPr>
          <a:xfrm rot="1800094">
            <a:off x="5534438" y="2649896"/>
            <a:ext cx="4427191" cy="1750358"/>
          </a:xfrm>
          <a:prstGeom prst="chord">
            <a:avLst>
              <a:gd fmla="val 837048" name="adj1"/>
              <a:gd fmla="val 19665286"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2" name="Google Shape;212;p8"/>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13" name="Google Shape;213;p8"/>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214" name="Google Shape;214;p8"/>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LANK_1_1_1_1_1_1_1_1_1_1_10">
    <p:spTree>
      <p:nvGrpSpPr>
        <p:cNvPr id="215" name="Shape 215"/>
        <p:cNvGrpSpPr/>
        <p:nvPr/>
      </p:nvGrpSpPr>
      <p:grpSpPr>
        <a:xfrm>
          <a:off x="0" y="0"/>
          <a:ext cx="0" cy="0"/>
          <a:chOff x="0" y="0"/>
          <a:chExt cx="0" cy="0"/>
        </a:xfrm>
      </p:grpSpPr>
      <p:sp>
        <p:nvSpPr>
          <p:cNvPr id="216" name="Google Shape;216;p9"/>
          <p:cNvSpPr/>
          <p:nvPr/>
        </p:nvSpPr>
        <p:spPr>
          <a:xfrm flipH="1" rot="-900031">
            <a:off x="1792020" y="1182391"/>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7" name="Google Shape;217;p9"/>
          <p:cNvSpPr/>
          <p:nvPr/>
        </p:nvSpPr>
        <p:spPr>
          <a:xfrm rot="10800000">
            <a:off x="1792025" y="1182400"/>
            <a:ext cx="5559900" cy="1963500"/>
          </a:xfrm>
          <a:prstGeom prst="ellipse">
            <a:avLst/>
          </a:pr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8" name="Google Shape;218;p9"/>
          <p:cNvSpPr txBox="1"/>
          <p:nvPr>
            <p:ph idx="1" type="body"/>
          </p:nvPr>
        </p:nvSpPr>
        <p:spPr>
          <a:xfrm>
            <a:off x="2351750" y="3857450"/>
            <a:ext cx="4346700" cy="452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a:lvl1pPr>
            <a:lvl2pPr indent="-304800" lvl="1" marL="914400">
              <a:spcBef>
                <a:spcPts val="0"/>
              </a:spcBef>
              <a:spcAft>
                <a:spcPts val="0"/>
              </a:spcAft>
              <a:buClr>
                <a:schemeClr val="lt1"/>
              </a:buClr>
              <a:buSzPts val="1200"/>
              <a:buFont typeface="Sora"/>
              <a:buChar char="○"/>
              <a:defRPr/>
            </a:lvl2pPr>
            <a:lvl3pPr indent="-304800" lvl="2" marL="1371600">
              <a:spcBef>
                <a:spcPts val="0"/>
              </a:spcBef>
              <a:spcAft>
                <a:spcPts val="0"/>
              </a:spcAft>
              <a:buClr>
                <a:schemeClr val="lt1"/>
              </a:buClr>
              <a:buSzPts val="1200"/>
              <a:buFont typeface="Sora"/>
              <a:buChar char="■"/>
              <a:defRPr/>
            </a:lvl3pPr>
            <a:lvl4pPr indent="-304800" lvl="3" marL="1828800">
              <a:spcBef>
                <a:spcPts val="0"/>
              </a:spcBef>
              <a:spcAft>
                <a:spcPts val="0"/>
              </a:spcAft>
              <a:buClr>
                <a:schemeClr val="lt1"/>
              </a:buClr>
              <a:buSzPts val="1200"/>
              <a:buFont typeface="Sora"/>
              <a:buChar char="●"/>
              <a:defRPr/>
            </a:lvl4pPr>
            <a:lvl5pPr indent="-304800" lvl="4" marL="2286000">
              <a:spcBef>
                <a:spcPts val="0"/>
              </a:spcBef>
              <a:spcAft>
                <a:spcPts val="0"/>
              </a:spcAft>
              <a:buClr>
                <a:schemeClr val="lt1"/>
              </a:buClr>
              <a:buSzPts val="1200"/>
              <a:buFont typeface="Sora"/>
              <a:buChar char="○"/>
              <a:defRPr/>
            </a:lvl5pPr>
            <a:lvl6pPr indent="-304800" lvl="5" marL="2743200">
              <a:spcBef>
                <a:spcPts val="0"/>
              </a:spcBef>
              <a:spcAft>
                <a:spcPts val="0"/>
              </a:spcAft>
              <a:buClr>
                <a:schemeClr val="lt1"/>
              </a:buClr>
              <a:buSzPts val="1200"/>
              <a:buFont typeface="Sora"/>
              <a:buChar char="■"/>
              <a:defRPr/>
            </a:lvl6pPr>
            <a:lvl7pPr indent="-304800" lvl="6" marL="3200400">
              <a:spcBef>
                <a:spcPts val="0"/>
              </a:spcBef>
              <a:spcAft>
                <a:spcPts val="0"/>
              </a:spcAft>
              <a:buClr>
                <a:schemeClr val="lt1"/>
              </a:buClr>
              <a:buSzPts val="1200"/>
              <a:buFont typeface="Sora"/>
              <a:buChar char="●"/>
              <a:defRPr/>
            </a:lvl7pPr>
            <a:lvl8pPr indent="-304800" lvl="7" marL="3657600">
              <a:spcBef>
                <a:spcPts val="0"/>
              </a:spcBef>
              <a:spcAft>
                <a:spcPts val="0"/>
              </a:spcAft>
              <a:buClr>
                <a:schemeClr val="lt1"/>
              </a:buClr>
              <a:buSzPts val="1200"/>
              <a:buFont typeface="Sora"/>
              <a:buChar char="○"/>
              <a:defRPr/>
            </a:lvl8pPr>
            <a:lvl9pPr indent="-304800" lvl="8" marL="4114800">
              <a:spcBef>
                <a:spcPts val="0"/>
              </a:spcBef>
              <a:spcAft>
                <a:spcPts val="0"/>
              </a:spcAft>
              <a:buClr>
                <a:schemeClr val="lt1"/>
              </a:buClr>
              <a:buSzPts val="1200"/>
              <a:buFont typeface="Sora"/>
              <a:buChar char="■"/>
              <a:defRPr/>
            </a:lvl9pPr>
          </a:lstStyle>
          <a:p/>
        </p:txBody>
      </p:sp>
      <p:sp>
        <p:nvSpPr>
          <p:cNvPr id="219" name="Google Shape;219;p9"/>
          <p:cNvSpPr txBox="1"/>
          <p:nvPr>
            <p:ph hasCustomPrompt="1" type="title"/>
          </p:nvPr>
        </p:nvSpPr>
        <p:spPr>
          <a:xfrm>
            <a:off x="2662050" y="1182350"/>
            <a:ext cx="3819900" cy="1963500"/>
          </a:xfrm>
          <a:prstGeom prst="rect">
            <a:avLst/>
          </a:prstGeom>
        </p:spPr>
        <p:txBody>
          <a:bodyPr anchorCtr="0" anchor="t" bIns="91425" lIns="91425" spcFirstLastPara="1" rIns="91425" wrap="square" tIns="91425">
            <a:spAutoFit/>
          </a:bodyPr>
          <a:lstStyle>
            <a:lvl1pPr lvl="0" algn="ctr">
              <a:spcBef>
                <a:spcPts val="0"/>
              </a:spcBef>
              <a:spcAft>
                <a:spcPts val="0"/>
              </a:spcAft>
              <a:buClr>
                <a:schemeClr val="lt1"/>
              </a:buClr>
              <a:buSzPts val="5500"/>
              <a:buFont typeface="IBM Plex Sans"/>
              <a:buNone/>
              <a:defRPr sz="5500"/>
            </a:lvl1pPr>
            <a:lvl2pPr lvl="1" algn="ctr">
              <a:spcBef>
                <a:spcPts val="0"/>
              </a:spcBef>
              <a:spcAft>
                <a:spcPts val="0"/>
              </a:spcAft>
              <a:buClr>
                <a:schemeClr val="lt1"/>
              </a:buClr>
              <a:buSzPts val="5500"/>
              <a:buFont typeface="IBM Plex Sans"/>
              <a:buNone/>
              <a:defRPr sz="5500">
                <a:solidFill>
                  <a:schemeClr val="lt1"/>
                </a:solidFill>
              </a:defRPr>
            </a:lvl2pPr>
            <a:lvl3pPr lvl="2" algn="ctr">
              <a:spcBef>
                <a:spcPts val="0"/>
              </a:spcBef>
              <a:spcAft>
                <a:spcPts val="0"/>
              </a:spcAft>
              <a:buClr>
                <a:schemeClr val="lt1"/>
              </a:buClr>
              <a:buSzPts val="5500"/>
              <a:buFont typeface="IBM Plex Sans"/>
              <a:buNone/>
              <a:defRPr sz="5500">
                <a:solidFill>
                  <a:schemeClr val="lt1"/>
                </a:solidFill>
              </a:defRPr>
            </a:lvl3pPr>
            <a:lvl4pPr lvl="3" algn="ctr">
              <a:spcBef>
                <a:spcPts val="0"/>
              </a:spcBef>
              <a:spcAft>
                <a:spcPts val="0"/>
              </a:spcAft>
              <a:buClr>
                <a:schemeClr val="lt1"/>
              </a:buClr>
              <a:buSzPts val="5500"/>
              <a:buFont typeface="IBM Plex Sans"/>
              <a:buNone/>
              <a:defRPr sz="5500">
                <a:solidFill>
                  <a:schemeClr val="lt1"/>
                </a:solidFill>
              </a:defRPr>
            </a:lvl4pPr>
            <a:lvl5pPr lvl="4" algn="ctr">
              <a:spcBef>
                <a:spcPts val="0"/>
              </a:spcBef>
              <a:spcAft>
                <a:spcPts val="0"/>
              </a:spcAft>
              <a:buClr>
                <a:schemeClr val="lt1"/>
              </a:buClr>
              <a:buSzPts val="5500"/>
              <a:buFont typeface="IBM Plex Sans"/>
              <a:buNone/>
              <a:defRPr sz="5500">
                <a:solidFill>
                  <a:schemeClr val="lt1"/>
                </a:solidFill>
              </a:defRPr>
            </a:lvl5pPr>
            <a:lvl6pPr lvl="5" algn="ctr">
              <a:spcBef>
                <a:spcPts val="0"/>
              </a:spcBef>
              <a:spcAft>
                <a:spcPts val="0"/>
              </a:spcAft>
              <a:buClr>
                <a:schemeClr val="lt1"/>
              </a:buClr>
              <a:buSzPts val="5500"/>
              <a:buFont typeface="IBM Plex Sans"/>
              <a:buNone/>
              <a:defRPr sz="5500">
                <a:solidFill>
                  <a:schemeClr val="lt1"/>
                </a:solidFill>
              </a:defRPr>
            </a:lvl6pPr>
            <a:lvl7pPr lvl="6" algn="ctr">
              <a:spcBef>
                <a:spcPts val="0"/>
              </a:spcBef>
              <a:spcAft>
                <a:spcPts val="0"/>
              </a:spcAft>
              <a:buClr>
                <a:schemeClr val="lt1"/>
              </a:buClr>
              <a:buSzPts val="5500"/>
              <a:buFont typeface="IBM Plex Sans"/>
              <a:buNone/>
              <a:defRPr sz="5500">
                <a:solidFill>
                  <a:schemeClr val="lt1"/>
                </a:solidFill>
              </a:defRPr>
            </a:lvl7pPr>
            <a:lvl8pPr lvl="7" algn="ctr">
              <a:spcBef>
                <a:spcPts val="0"/>
              </a:spcBef>
              <a:spcAft>
                <a:spcPts val="0"/>
              </a:spcAft>
              <a:buClr>
                <a:schemeClr val="lt1"/>
              </a:buClr>
              <a:buSzPts val="5500"/>
              <a:buFont typeface="IBM Plex Sans"/>
              <a:buNone/>
              <a:defRPr sz="5500">
                <a:solidFill>
                  <a:schemeClr val="lt1"/>
                </a:solidFill>
              </a:defRPr>
            </a:lvl8pPr>
            <a:lvl9pPr lvl="8" algn="ctr">
              <a:spcBef>
                <a:spcPts val="0"/>
              </a:spcBef>
              <a:spcAft>
                <a:spcPts val="0"/>
              </a:spcAft>
              <a:buClr>
                <a:schemeClr val="lt1"/>
              </a:buClr>
              <a:buSzPts val="5500"/>
              <a:buFont typeface="IBM Plex Sans"/>
              <a:buNone/>
              <a:defRPr sz="5500">
                <a:solidFill>
                  <a:schemeClr val="lt1"/>
                </a:solidFill>
              </a:defRPr>
            </a:lvl9pPr>
          </a:lstStyle>
          <a:p>
            <a:r>
              <a:t>xx%</a:t>
            </a:r>
          </a:p>
        </p:txBody>
      </p:sp>
      <p:sp>
        <p:nvSpPr>
          <p:cNvPr id="220" name="Google Shape;220;p9"/>
          <p:cNvSpPr/>
          <p:nvPr/>
        </p:nvSpPr>
        <p:spPr>
          <a:xfrm flipH="1" rot="900031">
            <a:off x="1791931" y="1182353"/>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1_1_1_1_1_1_9">
    <p:spTree>
      <p:nvGrpSpPr>
        <p:cNvPr id="221" name="Shape 221"/>
        <p:cNvGrpSpPr/>
        <p:nvPr/>
      </p:nvGrpSpPr>
      <p:grpSpPr>
        <a:xfrm>
          <a:off x="0" y="0"/>
          <a:ext cx="0" cy="0"/>
          <a:chOff x="0" y="0"/>
          <a:chExt cx="0" cy="0"/>
        </a:xfrm>
      </p:grpSpPr>
      <p:grpSp>
        <p:nvGrpSpPr>
          <p:cNvPr id="222" name="Google Shape;222;p10"/>
          <p:cNvGrpSpPr/>
          <p:nvPr/>
        </p:nvGrpSpPr>
        <p:grpSpPr>
          <a:xfrm flipH="1">
            <a:off x="3212200" y="0"/>
            <a:ext cx="1851000" cy="1225325"/>
            <a:chOff x="461225" y="3875100"/>
            <a:chExt cx="1851000" cy="1225325"/>
          </a:xfrm>
        </p:grpSpPr>
        <p:grpSp>
          <p:nvGrpSpPr>
            <p:cNvPr id="223" name="Google Shape;223;p10"/>
            <p:cNvGrpSpPr/>
            <p:nvPr/>
          </p:nvGrpSpPr>
          <p:grpSpPr>
            <a:xfrm>
              <a:off x="461225" y="3875100"/>
              <a:ext cx="1851000" cy="114600"/>
              <a:chOff x="461225" y="3504775"/>
              <a:chExt cx="1851000" cy="114600"/>
            </a:xfrm>
          </p:grpSpPr>
          <p:sp>
            <p:nvSpPr>
              <p:cNvPr id="224" name="Google Shape;224;p10"/>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5" name="Google Shape;225;p10"/>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6" name="Google Shape;226;p10"/>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7" name="Google Shape;227;p10"/>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8" name="Google Shape;228;p10"/>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29" name="Google Shape;229;p10"/>
            <p:cNvGrpSpPr/>
            <p:nvPr/>
          </p:nvGrpSpPr>
          <p:grpSpPr>
            <a:xfrm>
              <a:off x="461225" y="3989700"/>
              <a:ext cx="1480800" cy="1110725"/>
              <a:chOff x="461225" y="3249175"/>
              <a:chExt cx="1480800" cy="1110725"/>
            </a:xfrm>
          </p:grpSpPr>
          <p:sp>
            <p:nvSpPr>
              <p:cNvPr id="230" name="Google Shape;230;p10"/>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1" name="Google Shape;231;p1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2" name="Google Shape;232;p1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3" name="Google Shape;233;p10"/>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34" name="Google Shape;234;p10"/>
            <p:cNvGrpSpPr/>
            <p:nvPr/>
          </p:nvGrpSpPr>
          <p:grpSpPr>
            <a:xfrm>
              <a:off x="831425" y="4360025"/>
              <a:ext cx="1480800" cy="370200"/>
              <a:chOff x="831425" y="3249175"/>
              <a:chExt cx="1480800" cy="370200"/>
            </a:xfrm>
          </p:grpSpPr>
          <p:sp>
            <p:nvSpPr>
              <p:cNvPr id="235" name="Google Shape;235;p1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6" name="Google Shape;236;p1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7" name="Google Shape;237;p1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8" name="Google Shape;238;p1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239" name="Google Shape;239;p10"/>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40" name="Google Shape;240;p10"/>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41" name="Google Shape;241;p10"/>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CUSTOM_2">
    <p:spTree>
      <p:nvGrpSpPr>
        <p:cNvPr id="242" name="Shape 242"/>
        <p:cNvGrpSpPr/>
        <p:nvPr/>
      </p:nvGrpSpPr>
      <p:grpSpPr>
        <a:xfrm>
          <a:off x="0" y="0"/>
          <a:ext cx="0" cy="0"/>
          <a:chOff x="0" y="0"/>
          <a:chExt cx="0" cy="0"/>
        </a:xfrm>
      </p:grpSpPr>
      <p:sp>
        <p:nvSpPr>
          <p:cNvPr id="243" name="Google Shape;243;p11"/>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44" name="Google Shape;244;p11"/>
          <p:cNvSpPr txBox="1"/>
          <p:nvPr>
            <p:ph idx="2" type="title"/>
          </p:nvPr>
        </p:nvSpPr>
        <p:spPr>
          <a:xfrm>
            <a:off x="115025" y="502775"/>
            <a:ext cx="54000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grpSp>
        <p:nvGrpSpPr>
          <p:cNvPr id="245" name="Google Shape;245;p11"/>
          <p:cNvGrpSpPr/>
          <p:nvPr/>
        </p:nvGrpSpPr>
        <p:grpSpPr>
          <a:xfrm flipH="1" rot="10800000">
            <a:off x="6179902" y="24"/>
            <a:ext cx="2963226" cy="1495659"/>
            <a:chOff x="4306084" y="2701610"/>
            <a:chExt cx="4837921" cy="2441893"/>
          </a:xfrm>
        </p:grpSpPr>
        <p:sp>
          <p:nvSpPr>
            <p:cNvPr id="246" name="Google Shape;246;p11"/>
            <p:cNvSpPr/>
            <p:nvPr/>
          </p:nvSpPr>
          <p:spPr>
            <a:xfrm>
              <a:off x="4306084" y="4485495"/>
              <a:ext cx="4837921" cy="658008"/>
            </a:xfrm>
            <a:custGeom>
              <a:rect b="b" l="l" r="r" t="t"/>
              <a:pathLst>
                <a:path extrusionOk="0" fill="none" h="12217" w="89824">
                  <a:moveTo>
                    <a:pt x="85826" y="0"/>
                  </a:moveTo>
                  <a:lnTo>
                    <a:pt x="85826" y="0"/>
                  </a:lnTo>
                  <a:lnTo>
                    <a:pt x="85045" y="291"/>
                  </a:lnTo>
                  <a:lnTo>
                    <a:pt x="84218" y="581"/>
                  </a:lnTo>
                  <a:lnTo>
                    <a:pt x="83370" y="871"/>
                  </a:lnTo>
                  <a:lnTo>
                    <a:pt x="82476" y="1139"/>
                  </a:lnTo>
                  <a:lnTo>
                    <a:pt x="81538" y="1430"/>
                  </a:lnTo>
                  <a:lnTo>
                    <a:pt x="80578" y="1697"/>
                  </a:lnTo>
                  <a:lnTo>
                    <a:pt x="79596" y="1943"/>
                  </a:lnTo>
                  <a:lnTo>
                    <a:pt x="78568" y="2189"/>
                  </a:lnTo>
                  <a:lnTo>
                    <a:pt x="77496" y="2434"/>
                  </a:lnTo>
                  <a:lnTo>
                    <a:pt x="76424" y="2680"/>
                  </a:lnTo>
                  <a:lnTo>
                    <a:pt x="75308" y="2903"/>
                  </a:lnTo>
                  <a:lnTo>
                    <a:pt x="74146" y="3104"/>
                  </a:lnTo>
                  <a:lnTo>
                    <a:pt x="71779" y="3529"/>
                  </a:lnTo>
                  <a:lnTo>
                    <a:pt x="69278" y="3886"/>
                  </a:lnTo>
                  <a:lnTo>
                    <a:pt x="66709" y="4221"/>
                  </a:lnTo>
                  <a:lnTo>
                    <a:pt x="64029" y="4511"/>
                  </a:lnTo>
                  <a:lnTo>
                    <a:pt x="61260" y="4779"/>
                  </a:lnTo>
                  <a:lnTo>
                    <a:pt x="58424" y="4980"/>
                  </a:lnTo>
                  <a:lnTo>
                    <a:pt x="55498" y="5159"/>
                  </a:lnTo>
                  <a:lnTo>
                    <a:pt x="52506" y="5271"/>
                  </a:lnTo>
                  <a:lnTo>
                    <a:pt x="49468" y="5338"/>
                  </a:lnTo>
                  <a:lnTo>
                    <a:pt x="46364" y="5382"/>
                  </a:lnTo>
                  <a:lnTo>
                    <a:pt x="46364" y="5382"/>
                  </a:lnTo>
                  <a:lnTo>
                    <a:pt x="43260" y="5338"/>
                  </a:lnTo>
                  <a:lnTo>
                    <a:pt x="40200" y="5271"/>
                  </a:lnTo>
                  <a:lnTo>
                    <a:pt x="37208" y="5159"/>
                  </a:lnTo>
                  <a:lnTo>
                    <a:pt x="34304" y="4980"/>
                  </a:lnTo>
                  <a:lnTo>
                    <a:pt x="31446" y="4779"/>
                  </a:lnTo>
                  <a:lnTo>
                    <a:pt x="28676" y="4511"/>
                  </a:lnTo>
                  <a:lnTo>
                    <a:pt x="25996" y="4221"/>
                  </a:lnTo>
                  <a:lnTo>
                    <a:pt x="23428" y="3886"/>
                  </a:lnTo>
                  <a:lnTo>
                    <a:pt x="20927" y="3529"/>
                  </a:lnTo>
                  <a:lnTo>
                    <a:pt x="18560" y="3104"/>
                  </a:lnTo>
                  <a:lnTo>
                    <a:pt x="17421" y="2903"/>
                  </a:lnTo>
                  <a:lnTo>
                    <a:pt x="16282" y="2680"/>
                  </a:lnTo>
                  <a:lnTo>
                    <a:pt x="15210" y="2434"/>
                  </a:lnTo>
                  <a:lnTo>
                    <a:pt x="14138" y="2189"/>
                  </a:lnTo>
                  <a:lnTo>
                    <a:pt x="13110" y="1943"/>
                  </a:lnTo>
                  <a:lnTo>
                    <a:pt x="12128" y="1697"/>
                  </a:lnTo>
                  <a:lnTo>
                    <a:pt x="11167" y="1430"/>
                  </a:lnTo>
                  <a:lnTo>
                    <a:pt x="10229" y="1139"/>
                  </a:lnTo>
                  <a:lnTo>
                    <a:pt x="9336" y="871"/>
                  </a:lnTo>
                  <a:lnTo>
                    <a:pt x="8487" y="581"/>
                  </a:lnTo>
                  <a:lnTo>
                    <a:pt x="7661" y="291"/>
                  </a:lnTo>
                  <a:lnTo>
                    <a:pt x="6879" y="0"/>
                  </a:lnTo>
                  <a:lnTo>
                    <a:pt x="6879" y="0"/>
                  </a:lnTo>
                  <a:lnTo>
                    <a:pt x="6075" y="313"/>
                  </a:lnTo>
                  <a:lnTo>
                    <a:pt x="5338" y="648"/>
                  </a:lnTo>
                  <a:lnTo>
                    <a:pt x="4624" y="983"/>
                  </a:lnTo>
                  <a:lnTo>
                    <a:pt x="3976" y="1340"/>
                  </a:lnTo>
                  <a:lnTo>
                    <a:pt x="3351" y="1697"/>
                  </a:lnTo>
                  <a:lnTo>
                    <a:pt x="2793" y="2055"/>
                  </a:lnTo>
                  <a:lnTo>
                    <a:pt x="2279" y="2412"/>
                  </a:lnTo>
                  <a:lnTo>
                    <a:pt x="1810" y="2792"/>
                  </a:lnTo>
                  <a:lnTo>
                    <a:pt x="1386" y="3171"/>
                  </a:lnTo>
                  <a:lnTo>
                    <a:pt x="1028" y="3551"/>
                  </a:lnTo>
                  <a:lnTo>
                    <a:pt x="716" y="3931"/>
                  </a:lnTo>
                  <a:lnTo>
                    <a:pt x="470" y="4310"/>
                  </a:lnTo>
                  <a:lnTo>
                    <a:pt x="269" y="4712"/>
                  </a:lnTo>
                  <a:lnTo>
                    <a:pt x="180" y="4913"/>
                  </a:lnTo>
                  <a:lnTo>
                    <a:pt x="135" y="5114"/>
                  </a:lnTo>
                  <a:lnTo>
                    <a:pt x="68" y="5315"/>
                  </a:lnTo>
                  <a:lnTo>
                    <a:pt x="46" y="5516"/>
                  </a:lnTo>
                  <a:lnTo>
                    <a:pt x="23" y="5717"/>
                  </a:lnTo>
                  <a:lnTo>
                    <a:pt x="1" y="5918"/>
                  </a:lnTo>
                  <a:lnTo>
                    <a:pt x="1" y="5918"/>
                  </a:lnTo>
                  <a:lnTo>
                    <a:pt x="23" y="6142"/>
                  </a:lnTo>
                  <a:lnTo>
                    <a:pt x="46" y="6365"/>
                  </a:lnTo>
                  <a:lnTo>
                    <a:pt x="90" y="6566"/>
                  </a:lnTo>
                  <a:lnTo>
                    <a:pt x="135" y="6789"/>
                  </a:lnTo>
                  <a:lnTo>
                    <a:pt x="224" y="7013"/>
                  </a:lnTo>
                  <a:lnTo>
                    <a:pt x="314" y="7214"/>
                  </a:lnTo>
                  <a:lnTo>
                    <a:pt x="425" y="7437"/>
                  </a:lnTo>
                  <a:lnTo>
                    <a:pt x="537" y="7638"/>
                  </a:lnTo>
                  <a:lnTo>
                    <a:pt x="671" y="7839"/>
                  </a:lnTo>
                  <a:lnTo>
                    <a:pt x="827" y="8062"/>
                  </a:lnTo>
                  <a:lnTo>
                    <a:pt x="1185" y="8464"/>
                  </a:lnTo>
                  <a:lnTo>
                    <a:pt x="1609" y="8866"/>
                  </a:lnTo>
                  <a:lnTo>
                    <a:pt x="2078" y="9268"/>
                  </a:lnTo>
                  <a:lnTo>
                    <a:pt x="2614" y="9670"/>
                  </a:lnTo>
                  <a:lnTo>
                    <a:pt x="3195" y="10050"/>
                  </a:lnTo>
                  <a:lnTo>
                    <a:pt x="3842" y="10430"/>
                  </a:lnTo>
                  <a:lnTo>
                    <a:pt x="4557" y="10809"/>
                  </a:lnTo>
                  <a:lnTo>
                    <a:pt x="5294" y="11167"/>
                  </a:lnTo>
                  <a:lnTo>
                    <a:pt x="6098" y="11524"/>
                  </a:lnTo>
                  <a:lnTo>
                    <a:pt x="6969" y="11881"/>
                  </a:lnTo>
                  <a:lnTo>
                    <a:pt x="7862" y="12216"/>
                  </a:lnTo>
                  <a:lnTo>
                    <a:pt x="84844" y="12216"/>
                  </a:lnTo>
                  <a:lnTo>
                    <a:pt x="89824" y="9871"/>
                  </a:lnTo>
                  <a:lnTo>
                    <a:pt x="89824" y="1988"/>
                  </a:lnTo>
                  <a:lnTo>
                    <a:pt x="89824" y="1988"/>
                  </a:lnTo>
                  <a:lnTo>
                    <a:pt x="89400" y="1720"/>
                  </a:lnTo>
                  <a:lnTo>
                    <a:pt x="88975" y="1474"/>
                  </a:lnTo>
                  <a:lnTo>
                    <a:pt x="88506" y="1206"/>
                  </a:lnTo>
                  <a:lnTo>
                    <a:pt x="88015" y="961"/>
                  </a:lnTo>
                  <a:lnTo>
                    <a:pt x="87501" y="715"/>
                  </a:lnTo>
                  <a:lnTo>
                    <a:pt x="86965" y="469"/>
                  </a:lnTo>
                  <a:lnTo>
                    <a:pt x="85826" y="0"/>
                  </a:lnTo>
                  <a:lnTo>
                    <a:pt x="8582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47" name="Google Shape;247;p11"/>
            <p:cNvSpPr/>
            <p:nvPr/>
          </p:nvSpPr>
          <p:spPr>
            <a:xfrm>
              <a:off x="4306084" y="3738493"/>
              <a:ext cx="4837921" cy="747038"/>
            </a:xfrm>
            <a:custGeom>
              <a:rect b="b" l="l" r="r" t="t"/>
              <a:pathLst>
                <a:path extrusionOk="0" fill="none" h="13870" w="89824">
                  <a:moveTo>
                    <a:pt x="79372" y="0"/>
                  </a:moveTo>
                  <a:lnTo>
                    <a:pt x="79372" y="0"/>
                  </a:lnTo>
                  <a:lnTo>
                    <a:pt x="77764" y="380"/>
                  </a:lnTo>
                  <a:lnTo>
                    <a:pt x="76067" y="737"/>
                  </a:lnTo>
                  <a:lnTo>
                    <a:pt x="74325" y="1072"/>
                  </a:lnTo>
                  <a:lnTo>
                    <a:pt x="72494" y="1407"/>
                  </a:lnTo>
                  <a:lnTo>
                    <a:pt x="70595" y="1698"/>
                  </a:lnTo>
                  <a:lnTo>
                    <a:pt x="68652" y="1966"/>
                  </a:lnTo>
                  <a:lnTo>
                    <a:pt x="66642" y="2234"/>
                  </a:lnTo>
                  <a:lnTo>
                    <a:pt x="64565" y="2457"/>
                  </a:lnTo>
                  <a:lnTo>
                    <a:pt x="62444" y="2658"/>
                  </a:lnTo>
                  <a:lnTo>
                    <a:pt x="60278" y="2859"/>
                  </a:lnTo>
                  <a:lnTo>
                    <a:pt x="58044" y="3015"/>
                  </a:lnTo>
                  <a:lnTo>
                    <a:pt x="55789" y="3127"/>
                  </a:lnTo>
                  <a:lnTo>
                    <a:pt x="53488" y="3239"/>
                  </a:lnTo>
                  <a:lnTo>
                    <a:pt x="51143" y="3306"/>
                  </a:lnTo>
                  <a:lnTo>
                    <a:pt x="48754" y="3350"/>
                  </a:lnTo>
                  <a:lnTo>
                    <a:pt x="46364" y="3373"/>
                  </a:lnTo>
                  <a:lnTo>
                    <a:pt x="46364" y="3373"/>
                  </a:lnTo>
                  <a:lnTo>
                    <a:pt x="43952" y="3350"/>
                  </a:lnTo>
                  <a:lnTo>
                    <a:pt x="41563" y="3306"/>
                  </a:lnTo>
                  <a:lnTo>
                    <a:pt x="39218" y="3239"/>
                  </a:lnTo>
                  <a:lnTo>
                    <a:pt x="36917" y="3127"/>
                  </a:lnTo>
                  <a:lnTo>
                    <a:pt x="34662" y="3015"/>
                  </a:lnTo>
                  <a:lnTo>
                    <a:pt x="32451" y="2859"/>
                  </a:lnTo>
                  <a:lnTo>
                    <a:pt x="30262" y="2658"/>
                  </a:lnTo>
                  <a:lnTo>
                    <a:pt x="28140" y="2457"/>
                  </a:lnTo>
                  <a:lnTo>
                    <a:pt x="26086" y="2234"/>
                  </a:lnTo>
                  <a:lnTo>
                    <a:pt x="24053" y="1966"/>
                  </a:lnTo>
                  <a:lnTo>
                    <a:pt x="22111" y="1698"/>
                  </a:lnTo>
                  <a:lnTo>
                    <a:pt x="20212" y="1407"/>
                  </a:lnTo>
                  <a:lnTo>
                    <a:pt x="18381" y="1072"/>
                  </a:lnTo>
                  <a:lnTo>
                    <a:pt x="16639" y="737"/>
                  </a:lnTo>
                  <a:lnTo>
                    <a:pt x="14942" y="380"/>
                  </a:lnTo>
                  <a:lnTo>
                    <a:pt x="13334" y="0"/>
                  </a:lnTo>
                  <a:lnTo>
                    <a:pt x="13334" y="0"/>
                  </a:lnTo>
                  <a:lnTo>
                    <a:pt x="11815" y="380"/>
                  </a:lnTo>
                  <a:lnTo>
                    <a:pt x="10386" y="782"/>
                  </a:lnTo>
                  <a:lnTo>
                    <a:pt x="9046" y="1229"/>
                  </a:lnTo>
                  <a:lnTo>
                    <a:pt x="7773" y="1653"/>
                  </a:lnTo>
                  <a:lnTo>
                    <a:pt x="6589" y="2122"/>
                  </a:lnTo>
                  <a:lnTo>
                    <a:pt x="5495" y="2591"/>
                  </a:lnTo>
                  <a:lnTo>
                    <a:pt x="4490" y="3060"/>
                  </a:lnTo>
                  <a:lnTo>
                    <a:pt x="4021" y="3328"/>
                  </a:lnTo>
                  <a:lnTo>
                    <a:pt x="3574" y="3574"/>
                  </a:lnTo>
                  <a:lnTo>
                    <a:pt x="3150" y="3819"/>
                  </a:lnTo>
                  <a:lnTo>
                    <a:pt x="2770" y="4087"/>
                  </a:lnTo>
                  <a:lnTo>
                    <a:pt x="2391" y="4333"/>
                  </a:lnTo>
                  <a:lnTo>
                    <a:pt x="2056" y="4601"/>
                  </a:lnTo>
                  <a:lnTo>
                    <a:pt x="1743" y="4869"/>
                  </a:lnTo>
                  <a:lnTo>
                    <a:pt x="1430" y="5137"/>
                  </a:lnTo>
                  <a:lnTo>
                    <a:pt x="1162" y="5405"/>
                  </a:lnTo>
                  <a:lnTo>
                    <a:pt x="939" y="5673"/>
                  </a:lnTo>
                  <a:lnTo>
                    <a:pt x="716" y="5941"/>
                  </a:lnTo>
                  <a:lnTo>
                    <a:pt x="537" y="6231"/>
                  </a:lnTo>
                  <a:lnTo>
                    <a:pt x="381" y="6499"/>
                  </a:lnTo>
                  <a:lnTo>
                    <a:pt x="247" y="6790"/>
                  </a:lnTo>
                  <a:lnTo>
                    <a:pt x="135" y="7058"/>
                  </a:lnTo>
                  <a:lnTo>
                    <a:pt x="68" y="7348"/>
                  </a:lnTo>
                  <a:lnTo>
                    <a:pt x="23" y="7638"/>
                  </a:lnTo>
                  <a:lnTo>
                    <a:pt x="1" y="7929"/>
                  </a:lnTo>
                  <a:lnTo>
                    <a:pt x="1" y="7929"/>
                  </a:lnTo>
                  <a:lnTo>
                    <a:pt x="23" y="8130"/>
                  </a:lnTo>
                  <a:lnTo>
                    <a:pt x="46" y="8331"/>
                  </a:lnTo>
                  <a:lnTo>
                    <a:pt x="68" y="8532"/>
                  </a:lnTo>
                  <a:lnTo>
                    <a:pt x="135" y="8733"/>
                  </a:lnTo>
                  <a:lnTo>
                    <a:pt x="180" y="8934"/>
                  </a:lnTo>
                  <a:lnTo>
                    <a:pt x="269" y="9135"/>
                  </a:lnTo>
                  <a:lnTo>
                    <a:pt x="470" y="9537"/>
                  </a:lnTo>
                  <a:lnTo>
                    <a:pt x="716" y="9916"/>
                  </a:lnTo>
                  <a:lnTo>
                    <a:pt x="1028" y="10318"/>
                  </a:lnTo>
                  <a:lnTo>
                    <a:pt x="1386" y="10698"/>
                  </a:lnTo>
                  <a:lnTo>
                    <a:pt x="1810" y="11055"/>
                  </a:lnTo>
                  <a:lnTo>
                    <a:pt x="2279" y="11435"/>
                  </a:lnTo>
                  <a:lnTo>
                    <a:pt x="2793" y="11792"/>
                  </a:lnTo>
                  <a:lnTo>
                    <a:pt x="3351" y="12150"/>
                  </a:lnTo>
                  <a:lnTo>
                    <a:pt x="3976" y="12507"/>
                  </a:lnTo>
                  <a:lnTo>
                    <a:pt x="4624" y="12864"/>
                  </a:lnTo>
                  <a:lnTo>
                    <a:pt x="5338" y="13199"/>
                  </a:lnTo>
                  <a:lnTo>
                    <a:pt x="6075" y="13534"/>
                  </a:lnTo>
                  <a:lnTo>
                    <a:pt x="6879" y="13869"/>
                  </a:lnTo>
                  <a:lnTo>
                    <a:pt x="6879" y="13869"/>
                  </a:lnTo>
                  <a:lnTo>
                    <a:pt x="7661" y="13557"/>
                  </a:lnTo>
                  <a:lnTo>
                    <a:pt x="8487" y="13266"/>
                  </a:lnTo>
                  <a:lnTo>
                    <a:pt x="9336" y="12976"/>
                  </a:lnTo>
                  <a:lnTo>
                    <a:pt x="10229" y="12708"/>
                  </a:lnTo>
                  <a:lnTo>
                    <a:pt x="11167" y="12440"/>
                  </a:lnTo>
                  <a:lnTo>
                    <a:pt x="12128" y="12172"/>
                  </a:lnTo>
                  <a:lnTo>
                    <a:pt x="13110" y="11904"/>
                  </a:lnTo>
                  <a:lnTo>
                    <a:pt x="14138" y="11658"/>
                  </a:lnTo>
                  <a:lnTo>
                    <a:pt x="15210" y="11413"/>
                  </a:lnTo>
                  <a:lnTo>
                    <a:pt x="16282" y="11189"/>
                  </a:lnTo>
                  <a:lnTo>
                    <a:pt x="17421" y="10966"/>
                  </a:lnTo>
                  <a:lnTo>
                    <a:pt x="18560" y="10743"/>
                  </a:lnTo>
                  <a:lnTo>
                    <a:pt x="20927" y="10318"/>
                  </a:lnTo>
                  <a:lnTo>
                    <a:pt x="23428" y="9961"/>
                  </a:lnTo>
                  <a:lnTo>
                    <a:pt x="25996" y="9626"/>
                  </a:lnTo>
                  <a:lnTo>
                    <a:pt x="28676" y="9336"/>
                  </a:lnTo>
                  <a:lnTo>
                    <a:pt x="31446" y="9068"/>
                  </a:lnTo>
                  <a:lnTo>
                    <a:pt x="34304" y="8867"/>
                  </a:lnTo>
                  <a:lnTo>
                    <a:pt x="37208" y="8688"/>
                  </a:lnTo>
                  <a:lnTo>
                    <a:pt x="40200" y="8576"/>
                  </a:lnTo>
                  <a:lnTo>
                    <a:pt x="43260" y="8509"/>
                  </a:lnTo>
                  <a:lnTo>
                    <a:pt x="46364" y="8487"/>
                  </a:lnTo>
                  <a:lnTo>
                    <a:pt x="46364" y="8487"/>
                  </a:lnTo>
                  <a:lnTo>
                    <a:pt x="49468" y="8509"/>
                  </a:lnTo>
                  <a:lnTo>
                    <a:pt x="52506" y="8576"/>
                  </a:lnTo>
                  <a:lnTo>
                    <a:pt x="55498" y="8688"/>
                  </a:lnTo>
                  <a:lnTo>
                    <a:pt x="58424" y="8867"/>
                  </a:lnTo>
                  <a:lnTo>
                    <a:pt x="61260" y="9068"/>
                  </a:lnTo>
                  <a:lnTo>
                    <a:pt x="64029" y="9336"/>
                  </a:lnTo>
                  <a:lnTo>
                    <a:pt x="66709" y="9626"/>
                  </a:lnTo>
                  <a:lnTo>
                    <a:pt x="69278" y="9961"/>
                  </a:lnTo>
                  <a:lnTo>
                    <a:pt x="71779" y="10318"/>
                  </a:lnTo>
                  <a:lnTo>
                    <a:pt x="74146" y="10743"/>
                  </a:lnTo>
                  <a:lnTo>
                    <a:pt x="75308" y="10966"/>
                  </a:lnTo>
                  <a:lnTo>
                    <a:pt x="76424" y="11189"/>
                  </a:lnTo>
                  <a:lnTo>
                    <a:pt x="77496" y="11413"/>
                  </a:lnTo>
                  <a:lnTo>
                    <a:pt x="78568" y="11658"/>
                  </a:lnTo>
                  <a:lnTo>
                    <a:pt x="79596" y="11904"/>
                  </a:lnTo>
                  <a:lnTo>
                    <a:pt x="80578" y="12172"/>
                  </a:lnTo>
                  <a:lnTo>
                    <a:pt x="81538" y="12440"/>
                  </a:lnTo>
                  <a:lnTo>
                    <a:pt x="82476" y="12708"/>
                  </a:lnTo>
                  <a:lnTo>
                    <a:pt x="83370" y="12976"/>
                  </a:lnTo>
                  <a:lnTo>
                    <a:pt x="84218" y="13266"/>
                  </a:lnTo>
                  <a:lnTo>
                    <a:pt x="85045" y="13557"/>
                  </a:lnTo>
                  <a:lnTo>
                    <a:pt x="85826" y="13869"/>
                  </a:lnTo>
                  <a:lnTo>
                    <a:pt x="85826" y="13869"/>
                  </a:lnTo>
                  <a:lnTo>
                    <a:pt x="86965" y="13378"/>
                  </a:lnTo>
                  <a:lnTo>
                    <a:pt x="88015" y="12887"/>
                  </a:lnTo>
                  <a:lnTo>
                    <a:pt x="88506" y="12641"/>
                  </a:lnTo>
                  <a:lnTo>
                    <a:pt x="88975" y="12395"/>
                  </a:lnTo>
                  <a:lnTo>
                    <a:pt x="89400" y="12127"/>
                  </a:lnTo>
                  <a:lnTo>
                    <a:pt x="89824" y="11859"/>
                  </a:lnTo>
                  <a:lnTo>
                    <a:pt x="89824" y="3998"/>
                  </a:lnTo>
                  <a:lnTo>
                    <a:pt x="89824" y="3998"/>
                  </a:lnTo>
                  <a:lnTo>
                    <a:pt x="89377" y="3708"/>
                  </a:lnTo>
                  <a:lnTo>
                    <a:pt x="88886" y="3440"/>
                  </a:lnTo>
                  <a:lnTo>
                    <a:pt x="88395" y="3149"/>
                  </a:lnTo>
                  <a:lnTo>
                    <a:pt x="87859" y="2881"/>
                  </a:lnTo>
                  <a:lnTo>
                    <a:pt x="87300" y="2613"/>
                  </a:lnTo>
                  <a:lnTo>
                    <a:pt x="86697" y="2368"/>
                  </a:lnTo>
                  <a:lnTo>
                    <a:pt x="86094" y="2100"/>
                  </a:lnTo>
                  <a:lnTo>
                    <a:pt x="85447" y="1854"/>
                  </a:lnTo>
                  <a:lnTo>
                    <a:pt x="84084" y="1363"/>
                  </a:lnTo>
                  <a:lnTo>
                    <a:pt x="82610" y="871"/>
                  </a:lnTo>
                  <a:lnTo>
                    <a:pt x="81047" y="425"/>
                  </a:lnTo>
                  <a:lnTo>
                    <a:pt x="79372" y="0"/>
                  </a:lnTo>
                  <a:lnTo>
                    <a:pt x="79372"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48" name="Google Shape;248;p11"/>
            <p:cNvSpPr/>
            <p:nvPr/>
          </p:nvSpPr>
          <p:spPr>
            <a:xfrm>
              <a:off x="4306084" y="2701610"/>
              <a:ext cx="4837921" cy="1036913"/>
            </a:xfrm>
            <a:custGeom>
              <a:rect b="b" l="l" r="r" t="t"/>
              <a:pathLst>
                <a:path extrusionOk="0" fill="none" h="19252" w="89824">
                  <a:moveTo>
                    <a:pt x="46364" y="1"/>
                  </a:moveTo>
                  <a:lnTo>
                    <a:pt x="46364" y="1"/>
                  </a:lnTo>
                  <a:lnTo>
                    <a:pt x="43974" y="1"/>
                  </a:lnTo>
                  <a:lnTo>
                    <a:pt x="41607" y="45"/>
                  </a:lnTo>
                  <a:lnTo>
                    <a:pt x="39307" y="135"/>
                  </a:lnTo>
                  <a:lnTo>
                    <a:pt x="37007" y="224"/>
                  </a:lnTo>
                  <a:lnTo>
                    <a:pt x="34773" y="358"/>
                  </a:lnTo>
                  <a:lnTo>
                    <a:pt x="32562" y="492"/>
                  </a:lnTo>
                  <a:lnTo>
                    <a:pt x="30418" y="671"/>
                  </a:lnTo>
                  <a:lnTo>
                    <a:pt x="28319" y="872"/>
                  </a:lnTo>
                  <a:lnTo>
                    <a:pt x="26264" y="1117"/>
                  </a:lnTo>
                  <a:lnTo>
                    <a:pt x="24254" y="1363"/>
                  </a:lnTo>
                  <a:lnTo>
                    <a:pt x="22334" y="1631"/>
                  </a:lnTo>
                  <a:lnTo>
                    <a:pt x="20436" y="1921"/>
                  </a:lnTo>
                  <a:lnTo>
                    <a:pt x="18627" y="2234"/>
                  </a:lnTo>
                  <a:lnTo>
                    <a:pt x="16885" y="2569"/>
                  </a:lnTo>
                  <a:lnTo>
                    <a:pt x="15187" y="2926"/>
                  </a:lnTo>
                  <a:lnTo>
                    <a:pt x="13579" y="3306"/>
                  </a:lnTo>
                  <a:lnTo>
                    <a:pt x="12038" y="3708"/>
                  </a:lnTo>
                  <a:lnTo>
                    <a:pt x="10587" y="4110"/>
                  </a:lnTo>
                  <a:lnTo>
                    <a:pt x="9224" y="4534"/>
                  </a:lnTo>
                  <a:lnTo>
                    <a:pt x="7929" y="4981"/>
                  </a:lnTo>
                  <a:lnTo>
                    <a:pt x="6723" y="5450"/>
                  </a:lnTo>
                  <a:lnTo>
                    <a:pt x="5606" y="5919"/>
                  </a:lnTo>
                  <a:lnTo>
                    <a:pt x="4579" y="6410"/>
                  </a:lnTo>
                  <a:lnTo>
                    <a:pt x="4110" y="6656"/>
                  </a:lnTo>
                  <a:lnTo>
                    <a:pt x="3641" y="6901"/>
                  </a:lnTo>
                  <a:lnTo>
                    <a:pt x="3217" y="7169"/>
                  </a:lnTo>
                  <a:lnTo>
                    <a:pt x="2815" y="7415"/>
                  </a:lnTo>
                  <a:lnTo>
                    <a:pt x="2435" y="7683"/>
                  </a:lnTo>
                  <a:lnTo>
                    <a:pt x="2100" y="7951"/>
                  </a:lnTo>
                  <a:lnTo>
                    <a:pt x="1765" y="8219"/>
                  </a:lnTo>
                  <a:lnTo>
                    <a:pt x="1475" y="8487"/>
                  </a:lnTo>
                  <a:lnTo>
                    <a:pt x="1185" y="8755"/>
                  </a:lnTo>
                  <a:lnTo>
                    <a:pt x="961" y="9023"/>
                  </a:lnTo>
                  <a:lnTo>
                    <a:pt x="738" y="9313"/>
                  </a:lnTo>
                  <a:lnTo>
                    <a:pt x="537" y="9581"/>
                  </a:lnTo>
                  <a:lnTo>
                    <a:pt x="381" y="9872"/>
                  </a:lnTo>
                  <a:lnTo>
                    <a:pt x="247" y="10140"/>
                  </a:lnTo>
                  <a:lnTo>
                    <a:pt x="135" y="10430"/>
                  </a:lnTo>
                  <a:lnTo>
                    <a:pt x="68" y="10720"/>
                  </a:lnTo>
                  <a:lnTo>
                    <a:pt x="23" y="11011"/>
                  </a:lnTo>
                  <a:lnTo>
                    <a:pt x="1" y="11301"/>
                  </a:lnTo>
                  <a:lnTo>
                    <a:pt x="1" y="11301"/>
                  </a:lnTo>
                  <a:lnTo>
                    <a:pt x="23" y="11591"/>
                  </a:lnTo>
                  <a:lnTo>
                    <a:pt x="68" y="11882"/>
                  </a:lnTo>
                  <a:lnTo>
                    <a:pt x="135" y="12172"/>
                  </a:lnTo>
                  <a:lnTo>
                    <a:pt x="247" y="12462"/>
                  </a:lnTo>
                  <a:lnTo>
                    <a:pt x="381" y="12730"/>
                  </a:lnTo>
                  <a:lnTo>
                    <a:pt x="537" y="13021"/>
                  </a:lnTo>
                  <a:lnTo>
                    <a:pt x="716" y="13289"/>
                  </a:lnTo>
                  <a:lnTo>
                    <a:pt x="939" y="13557"/>
                  </a:lnTo>
                  <a:lnTo>
                    <a:pt x="1162" y="13847"/>
                  </a:lnTo>
                  <a:lnTo>
                    <a:pt x="1430" y="14115"/>
                  </a:lnTo>
                  <a:lnTo>
                    <a:pt x="1743" y="14383"/>
                  </a:lnTo>
                  <a:lnTo>
                    <a:pt x="2056" y="14629"/>
                  </a:lnTo>
                  <a:lnTo>
                    <a:pt x="2391" y="14897"/>
                  </a:lnTo>
                  <a:lnTo>
                    <a:pt x="2770" y="15165"/>
                  </a:lnTo>
                  <a:lnTo>
                    <a:pt x="3150" y="15410"/>
                  </a:lnTo>
                  <a:lnTo>
                    <a:pt x="3574" y="15678"/>
                  </a:lnTo>
                  <a:lnTo>
                    <a:pt x="4021" y="15924"/>
                  </a:lnTo>
                  <a:lnTo>
                    <a:pt x="4490" y="16170"/>
                  </a:lnTo>
                  <a:lnTo>
                    <a:pt x="5495" y="16661"/>
                  </a:lnTo>
                  <a:lnTo>
                    <a:pt x="6589" y="17130"/>
                  </a:lnTo>
                  <a:lnTo>
                    <a:pt x="7773" y="17577"/>
                  </a:lnTo>
                  <a:lnTo>
                    <a:pt x="9046" y="18023"/>
                  </a:lnTo>
                  <a:lnTo>
                    <a:pt x="10386" y="18447"/>
                  </a:lnTo>
                  <a:lnTo>
                    <a:pt x="11815" y="18849"/>
                  </a:lnTo>
                  <a:lnTo>
                    <a:pt x="13334" y="19251"/>
                  </a:lnTo>
                  <a:lnTo>
                    <a:pt x="13334" y="19251"/>
                  </a:lnTo>
                  <a:lnTo>
                    <a:pt x="14942" y="18872"/>
                  </a:lnTo>
                  <a:lnTo>
                    <a:pt x="16639" y="18492"/>
                  </a:lnTo>
                  <a:lnTo>
                    <a:pt x="18381" y="18157"/>
                  </a:lnTo>
                  <a:lnTo>
                    <a:pt x="20212" y="17845"/>
                  </a:lnTo>
                  <a:lnTo>
                    <a:pt x="22111" y="17532"/>
                  </a:lnTo>
                  <a:lnTo>
                    <a:pt x="24053" y="17264"/>
                  </a:lnTo>
                  <a:lnTo>
                    <a:pt x="26086" y="16996"/>
                  </a:lnTo>
                  <a:lnTo>
                    <a:pt x="28140" y="16773"/>
                  </a:lnTo>
                  <a:lnTo>
                    <a:pt x="30262" y="16572"/>
                  </a:lnTo>
                  <a:lnTo>
                    <a:pt x="32451" y="16393"/>
                  </a:lnTo>
                  <a:lnTo>
                    <a:pt x="34662" y="16237"/>
                  </a:lnTo>
                  <a:lnTo>
                    <a:pt x="36917" y="16103"/>
                  </a:lnTo>
                  <a:lnTo>
                    <a:pt x="39218" y="15991"/>
                  </a:lnTo>
                  <a:lnTo>
                    <a:pt x="41563" y="15924"/>
                  </a:lnTo>
                  <a:lnTo>
                    <a:pt x="43952" y="15879"/>
                  </a:lnTo>
                  <a:lnTo>
                    <a:pt x="46364" y="15857"/>
                  </a:lnTo>
                  <a:lnTo>
                    <a:pt x="46364" y="15857"/>
                  </a:lnTo>
                  <a:lnTo>
                    <a:pt x="48754" y="15879"/>
                  </a:lnTo>
                  <a:lnTo>
                    <a:pt x="51143" y="15924"/>
                  </a:lnTo>
                  <a:lnTo>
                    <a:pt x="53488" y="15991"/>
                  </a:lnTo>
                  <a:lnTo>
                    <a:pt x="55789" y="16103"/>
                  </a:lnTo>
                  <a:lnTo>
                    <a:pt x="58044" y="16237"/>
                  </a:lnTo>
                  <a:lnTo>
                    <a:pt x="60278" y="16393"/>
                  </a:lnTo>
                  <a:lnTo>
                    <a:pt x="62444" y="16572"/>
                  </a:lnTo>
                  <a:lnTo>
                    <a:pt x="64565" y="16773"/>
                  </a:lnTo>
                  <a:lnTo>
                    <a:pt x="66642" y="16996"/>
                  </a:lnTo>
                  <a:lnTo>
                    <a:pt x="68652" y="17264"/>
                  </a:lnTo>
                  <a:lnTo>
                    <a:pt x="70595" y="17532"/>
                  </a:lnTo>
                  <a:lnTo>
                    <a:pt x="72494" y="17845"/>
                  </a:lnTo>
                  <a:lnTo>
                    <a:pt x="74325" y="18157"/>
                  </a:lnTo>
                  <a:lnTo>
                    <a:pt x="76067" y="18492"/>
                  </a:lnTo>
                  <a:lnTo>
                    <a:pt x="77764" y="18872"/>
                  </a:lnTo>
                  <a:lnTo>
                    <a:pt x="79372" y="19251"/>
                  </a:lnTo>
                  <a:lnTo>
                    <a:pt x="79372" y="19251"/>
                  </a:lnTo>
                  <a:lnTo>
                    <a:pt x="81047" y="18805"/>
                  </a:lnTo>
                  <a:lnTo>
                    <a:pt x="82610" y="18358"/>
                  </a:lnTo>
                  <a:lnTo>
                    <a:pt x="84084" y="17889"/>
                  </a:lnTo>
                  <a:lnTo>
                    <a:pt x="85447" y="17398"/>
                  </a:lnTo>
                  <a:lnTo>
                    <a:pt x="86094" y="17130"/>
                  </a:lnTo>
                  <a:lnTo>
                    <a:pt x="86697" y="16884"/>
                  </a:lnTo>
                  <a:lnTo>
                    <a:pt x="87300" y="16616"/>
                  </a:lnTo>
                  <a:lnTo>
                    <a:pt x="87859" y="16348"/>
                  </a:lnTo>
                  <a:lnTo>
                    <a:pt x="88395" y="16080"/>
                  </a:lnTo>
                  <a:lnTo>
                    <a:pt x="88886" y="15812"/>
                  </a:lnTo>
                  <a:lnTo>
                    <a:pt x="89377" y="15522"/>
                  </a:lnTo>
                  <a:lnTo>
                    <a:pt x="89824" y="15254"/>
                  </a:lnTo>
                  <a:lnTo>
                    <a:pt x="89824" y="7370"/>
                  </a:lnTo>
                  <a:lnTo>
                    <a:pt x="89824" y="7370"/>
                  </a:lnTo>
                  <a:lnTo>
                    <a:pt x="89176" y="6968"/>
                  </a:lnTo>
                  <a:lnTo>
                    <a:pt x="88462" y="6566"/>
                  </a:lnTo>
                  <a:lnTo>
                    <a:pt x="87702" y="6187"/>
                  </a:lnTo>
                  <a:lnTo>
                    <a:pt x="86876" y="5807"/>
                  </a:lnTo>
                  <a:lnTo>
                    <a:pt x="86005" y="5450"/>
                  </a:lnTo>
                  <a:lnTo>
                    <a:pt x="85067" y="5092"/>
                  </a:lnTo>
                  <a:lnTo>
                    <a:pt x="84084" y="4735"/>
                  </a:lnTo>
                  <a:lnTo>
                    <a:pt x="83057" y="4400"/>
                  </a:lnTo>
                  <a:lnTo>
                    <a:pt x="81985" y="4065"/>
                  </a:lnTo>
                  <a:lnTo>
                    <a:pt x="80846" y="3752"/>
                  </a:lnTo>
                  <a:lnTo>
                    <a:pt x="79663" y="3440"/>
                  </a:lnTo>
                  <a:lnTo>
                    <a:pt x="78434" y="3149"/>
                  </a:lnTo>
                  <a:lnTo>
                    <a:pt x="77161" y="2859"/>
                  </a:lnTo>
                  <a:lnTo>
                    <a:pt x="75844" y="2569"/>
                  </a:lnTo>
                  <a:lnTo>
                    <a:pt x="74504" y="2323"/>
                  </a:lnTo>
                  <a:lnTo>
                    <a:pt x="73097" y="2055"/>
                  </a:lnTo>
                  <a:lnTo>
                    <a:pt x="71667" y="1832"/>
                  </a:lnTo>
                  <a:lnTo>
                    <a:pt x="70193" y="1609"/>
                  </a:lnTo>
                  <a:lnTo>
                    <a:pt x="68675" y="1385"/>
                  </a:lnTo>
                  <a:lnTo>
                    <a:pt x="67134" y="1184"/>
                  </a:lnTo>
                  <a:lnTo>
                    <a:pt x="65548" y="1006"/>
                  </a:lnTo>
                  <a:lnTo>
                    <a:pt x="63940" y="827"/>
                  </a:lnTo>
                  <a:lnTo>
                    <a:pt x="62310" y="671"/>
                  </a:lnTo>
                  <a:lnTo>
                    <a:pt x="60635" y="537"/>
                  </a:lnTo>
                  <a:lnTo>
                    <a:pt x="58938" y="425"/>
                  </a:lnTo>
                  <a:lnTo>
                    <a:pt x="57196" y="313"/>
                  </a:lnTo>
                  <a:lnTo>
                    <a:pt x="55454" y="202"/>
                  </a:lnTo>
                  <a:lnTo>
                    <a:pt x="53667" y="135"/>
                  </a:lnTo>
                  <a:lnTo>
                    <a:pt x="51880" y="68"/>
                  </a:lnTo>
                  <a:lnTo>
                    <a:pt x="50049" y="23"/>
                  </a:lnTo>
                  <a:lnTo>
                    <a:pt x="48218" y="1"/>
                  </a:lnTo>
                  <a:lnTo>
                    <a:pt x="46364" y="1"/>
                  </a:lnTo>
                  <a:lnTo>
                    <a:pt x="46364" y="1"/>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
        <p:nvSpPr>
          <p:cNvPr id="249" name="Google Shape;249;p11"/>
          <p:cNvSpPr txBox="1"/>
          <p:nvPr>
            <p:ph idx="1" type="subTitle"/>
          </p:nvPr>
        </p:nvSpPr>
        <p:spPr>
          <a:xfrm>
            <a:off x="278850" y="2976125"/>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0" name="Google Shape;250;p11"/>
          <p:cNvSpPr txBox="1"/>
          <p:nvPr>
            <p:ph idx="3" type="subTitle"/>
          </p:nvPr>
        </p:nvSpPr>
        <p:spPr>
          <a:xfrm>
            <a:off x="1720650" y="25893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1" name="Google Shape;251;p11"/>
          <p:cNvSpPr txBox="1"/>
          <p:nvPr>
            <p:ph idx="4" type="subTitle"/>
          </p:nvPr>
        </p:nvSpPr>
        <p:spPr>
          <a:xfrm>
            <a:off x="3155400" y="23066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2" name="Google Shape;252;p11"/>
          <p:cNvSpPr txBox="1"/>
          <p:nvPr>
            <p:ph idx="5" type="subTitle"/>
          </p:nvPr>
        </p:nvSpPr>
        <p:spPr>
          <a:xfrm>
            <a:off x="4597200" y="19932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3" name="Google Shape;253;p11"/>
          <p:cNvSpPr txBox="1"/>
          <p:nvPr>
            <p:ph idx="6" type="subTitle"/>
          </p:nvPr>
        </p:nvSpPr>
        <p:spPr>
          <a:xfrm>
            <a:off x="6031950" y="16491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4" name="Google Shape;254;p11"/>
          <p:cNvSpPr txBox="1"/>
          <p:nvPr>
            <p:ph idx="7" type="subTitle"/>
          </p:nvPr>
        </p:nvSpPr>
        <p:spPr>
          <a:xfrm>
            <a:off x="7473750" y="12779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255" name="Google Shape;255;p11"/>
          <p:cNvGrpSpPr/>
          <p:nvPr/>
        </p:nvGrpSpPr>
        <p:grpSpPr>
          <a:xfrm>
            <a:off x="2674998" y="2923250"/>
            <a:ext cx="6470027" cy="2221724"/>
            <a:chOff x="2674998" y="2923250"/>
            <a:chExt cx="6470027" cy="2221724"/>
          </a:xfrm>
        </p:grpSpPr>
        <p:sp>
          <p:nvSpPr>
            <p:cNvPr id="256" name="Google Shape;256;p11"/>
            <p:cNvSpPr/>
            <p:nvPr/>
          </p:nvSpPr>
          <p:spPr>
            <a:xfrm flipH="1">
              <a:off x="2674998" y="2923250"/>
              <a:ext cx="6469577" cy="2221028"/>
            </a:xfrm>
            <a:custGeom>
              <a:rect b="b" l="l" r="r" t="t"/>
              <a:pathLst>
                <a:path extrusionOk="0" h="140705" w="409856">
                  <a:moveTo>
                    <a:pt x="31655" y="0"/>
                  </a:moveTo>
                  <a:lnTo>
                    <a:pt x="0" y="140608"/>
                  </a:lnTo>
                  <a:lnTo>
                    <a:pt x="198782" y="140640"/>
                  </a:lnTo>
                  <a:lnTo>
                    <a:pt x="409856" y="140705"/>
                  </a:lnTo>
                  <a:close/>
                </a:path>
              </a:pathLst>
            </a:custGeom>
            <a:gradFill>
              <a:gsLst>
                <a:gs pos="0">
                  <a:schemeClr val="accent3"/>
                </a:gs>
                <a:gs pos="35000">
                  <a:schemeClr val="accent3"/>
                </a:gs>
                <a:gs pos="100000">
                  <a:schemeClr val="accent1"/>
                </a:gs>
              </a:gsLst>
              <a:lin ang="8099331" scaled="0"/>
            </a:gradFill>
            <a:ln>
              <a:noFill/>
            </a:ln>
          </p:spPr>
        </p:sp>
        <p:sp>
          <p:nvSpPr>
            <p:cNvPr id="257" name="Google Shape;257;p11"/>
            <p:cNvSpPr/>
            <p:nvPr/>
          </p:nvSpPr>
          <p:spPr>
            <a:xfrm flipH="1">
              <a:off x="8645446" y="2924025"/>
              <a:ext cx="499579" cy="2220949"/>
            </a:xfrm>
            <a:custGeom>
              <a:rect b="b" l="l" r="r" t="t"/>
              <a:pathLst>
                <a:path extrusionOk="0" h="140700" w="31649">
                  <a:moveTo>
                    <a:pt x="31649" y="0"/>
                  </a:moveTo>
                  <a:lnTo>
                    <a:pt x="0" y="140700"/>
                  </a:lnTo>
                  <a:lnTo>
                    <a:pt x="65" y="53185"/>
                  </a:lnTo>
                  <a:close/>
                </a:path>
              </a:pathLst>
            </a:custGeom>
            <a:solidFill>
              <a:schemeClr val="accent5"/>
            </a:solidFill>
            <a:ln>
              <a:noFill/>
            </a:ln>
          </p:spPr>
        </p:sp>
      </p:grpSp>
      <p:sp>
        <p:nvSpPr>
          <p:cNvPr id="258" name="Google Shape;258;p11"/>
          <p:cNvSpPr txBox="1"/>
          <p:nvPr>
            <p:ph idx="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1_1_1_1_1_1_1_1_7">
    <p:spTree>
      <p:nvGrpSpPr>
        <p:cNvPr id="259" name="Shape 259"/>
        <p:cNvGrpSpPr/>
        <p:nvPr/>
      </p:nvGrpSpPr>
      <p:grpSpPr>
        <a:xfrm>
          <a:off x="0" y="0"/>
          <a:ext cx="0" cy="0"/>
          <a:chOff x="0" y="0"/>
          <a:chExt cx="0" cy="0"/>
        </a:xfrm>
      </p:grpSpPr>
      <p:sp>
        <p:nvSpPr>
          <p:cNvPr id="260" name="Google Shape;260;p12"/>
          <p:cNvSpPr/>
          <p:nvPr/>
        </p:nvSpPr>
        <p:spPr>
          <a:xfrm>
            <a:off x="5050850" y="3243900"/>
            <a:ext cx="4093093" cy="1899657"/>
          </a:xfrm>
          <a:custGeom>
            <a:rect b="b" l="l" r="r" t="t"/>
            <a:pathLst>
              <a:path extrusionOk="0" fill="none" h="54955" w="115714">
                <a:moveTo>
                  <a:pt x="115714" y="0"/>
                </a:moveTo>
                <a:lnTo>
                  <a:pt x="115714" y="0"/>
                </a:lnTo>
                <a:lnTo>
                  <a:pt x="113184" y="224"/>
                </a:lnTo>
                <a:lnTo>
                  <a:pt x="110579" y="447"/>
                </a:lnTo>
                <a:lnTo>
                  <a:pt x="107938" y="744"/>
                </a:lnTo>
                <a:lnTo>
                  <a:pt x="105296" y="1079"/>
                </a:lnTo>
                <a:lnTo>
                  <a:pt x="102580" y="1451"/>
                </a:lnTo>
                <a:lnTo>
                  <a:pt x="99827" y="1898"/>
                </a:lnTo>
                <a:lnTo>
                  <a:pt x="97036" y="2382"/>
                </a:lnTo>
                <a:lnTo>
                  <a:pt x="94208" y="2902"/>
                </a:lnTo>
                <a:lnTo>
                  <a:pt x="91381" y="3461"/>
                </a:lnTo>
                <a:lnTo>
                  <a:pt x="88516" y="4093"/>
                </a:lnTo>
                <a:lnTo>
                  <a:pt x="85614" y="4763"/>
                </a:lnTo>
                <a:lnTo>
                  <a:pt x="82674" y="5470"/>
                </a:lnTo>
                <a:lnTo>
                  <a:pt x="79735" y="6251"/>
                </a:lnTo>
                <a:lnTo>
                  <a:pt x="76758" y="7032"/>
                </a:lnTo>
                <a:lnTo>
                  <a:pt x="73782" y="7925"/>
                </a:lnTo>
                <a:lnTo>
                  <a:pt x="70805" y="8818"/>
                </a:lnTo>
                <a:lnTo>
                  <a:pt x="70805" y="8818"/>
                </a:lnTo>
                <a:lnTo>
                  <a:pt x="67308" y="9935"/>
                </a:lnTo>
                <a:lnTo>
                  <a:pt x="63885" y="11088"/>
                </a:lnTo>
                <a:lnTo>
                  <a:pt x="60499" y="12279"/>
                </a:lnTo>
                <a:lnTo>
                  <a:pt x="57187" y="13506"/>
                </a:lnTo>
                <a:lnTo>
                  <a:pt x="53950" y="14772"/>
                </a:lnTo>
                <a:lnTo>
                  <a:pt x="50788" y="16074"/>
                </a:lnTo>
                <a:lnTo>
                  <a:pt x="47662" y="17413"/>
                </a:lnTo>
                <a:lnTo>
                  <a:pt x="44611" y="18753"/>
                </a:lnTo>
                <a:lnTo>
                  <a:pt x="41635" y="20167"/>
                </a:lnTo>
                <a:lnTo>
                  <a:pt x="38770" y="21580"/>
                </a:lnTo>
                <a:lnTo>
                  <a:pt x="35942" y="22994"/>
                </a:lnTo>
                <a:lnTo>
                  <a:pt x="33226" y="24445"/>
                </a:lnTo>
                <a:lnTo>
                  <a:pt x="30547" y="25934"/>
                </a:lnTo>
                <a:lnTo>
                  <a:pt x="28017" y="27422"/>
                </a:lnTo>
                <a:lnTo>
                  <a:pt x="25524" y="28947"/>
                </a:lnTo>
                <a:lnTo>
                  <a:pt x="23180" y="30473"/>
                </a:lnTo>
                <a:lnTo>
                  <a:pt x="20873" y="31998"/>
                </a:lnTo>
                <a:lnTo>
                  <a:pt x="18715" y="33561"/>
                </a:lnTo>
                <a:lnTo>
                  <a:pt x="16632" y="35086"/>
                </a:lnTo>
                <a:lnTo>
                  <a:pt x="14660" y="36649"/>
                </a:lnTo>
                <a:lnTo>
                  <a:pt x="12762" y="38212"/>
                </a:lnTo>
                <a:lnTo>
                  <a:pt x="11013" y="39775"/>
                </a:lnTo>
                <a:lnTo>
                  <a:pt x="9376" y="41337"/>
                </a:lnTo>
                <a:lnTo>
                  <a:pt x="7814" y="42900"/>
                </a:lnTo>
                <a:lnTo>
                  <a:pt x="6400" y="44425"/>
                </a:lnTo>
                <a:lnTo>
                  <a:pt x="5098" y="45988"/>
                </a:lnTo>
                <a:lnTo>
                  <a:pt x="4502" y="46732"/>
                </a:lnTo>
                <a:lnTo>
                  <a:pt x="3944" y="47514"/>
                </a:lnTo>
                <a:lnTo>
                  <a:pt x="3386" y="48258"/>
                </a:lnTo>
                <a:lnTo>
                  <a:pt x="2902" y="49039"/>
                </a:lnTo>
                <a:lnTo>
                  <a:pt x="2419" y="49783"/>
                </a:lnTo>
                <a:lnTo>
                  <a:pt x="1972" y="50527"/>
                </a:lnTo>
                <a:lnTo>
                  <a:pt x="1563" y="51272"/>
                </a:lnTo>
                <a:lnTo>
                  <a:pt x="1191" y="52016"/>
                </a:lnTo>
                <a:lnTo>
                  <a:pt x="819" y="52760"/>
                </a:lnTo>
                <a:lnTo>
                  <a:pt x="521" y="53504"/>
                </a:lnTo>
                <a:lnTo>
                  <a:pt x="223" y="54248"/>
                </a:lnTo>
                <a:lnTo>
                  <a:pt x="0" y="54955"/>
                </a:lnTo>
                <a:lnTo>
                  <a:pt x="115714" y="54955"/>
                </a:lnTo>
                <a:lnTo>
                  <a:pt x="115714" y="0"/>
                </a:lnTo>
                <a:lnTo>
                  <a:pt x="115714"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61" name="Google Shape;261;p12"/>
          <p:cNvSpPr/>
          <p:nvPr/>
        </p:nvSpPr>
        <p:spPr>
          <a:xfrm>
            <a:off x="6123025" y="-3887"/>
            <a:ext cx="3022650" cy="837525"/>
          </a:xfrm>
          <a:custGeom>
            <a:rect b="b" l="l" r="r" t="t"/>
            <a:pathLst>
              <a:path extrusionOk="0" h="33501" w="120906">
                <a:moveTo>
                  <a:pt x="0" y="1"/>
                </a:moveTo>
                <a:lnTo>
                  <a:pt x="36409" y="33501"/>
                </a:lnTo>
                <a:lnTo>
                  <a:pt x="120847" y="20748"/>
                </a:lnTo>
                <a:lnTo>
                  <a:pt x="120906" y="0"/>
                </a:lnTo>
                <a:close/>
              </a:path>
            </a:pathLst>
          </a:custGeom>
          <a:gradFill>
            <a:gsLst>
              <a:gs pos="0">
                <a:schemeClr val="accent2"/>
              </a:gs>
              <a:gs pos="37000">
                <a:schemeClr val="lt2"/>
              </a:gs>
              <a:gs pos="92000">
                <a:schemeClr val="accent1"/>
              </a:gs>
              <a:gs pos="100000">
                <a:schemeClr val="accent1"/>
              </a:gs>
            </a:gsLst>
            <a:lin ang="10800025" scaled="0"/>
          </a:gradFill>
          <a:ln>
            <a:noFill/>
          </a:ln>
          <a:effectLst>
            <a:outerShdw blurRad="700088" rotWithShape="0" algn="bl" dir="5700000" dist="219075">
              <a:schemeClr val="lt2">
                <a:alpha val="40000"/>
              </a:schemeClr>
            </a:outerShdw>
          </a:effectLst>
        </p:spPr>
      </p:sp>
      <p:sp>
        <p:nvSpPr>
          <p:cNvPr id="262" name="Google Shape;262;p12"/>
          <p:cNvSpPr txBox="1"/>
          <p:nvPr>
            <p:ph type="title"/>
          </p:nvPr>
        </p:nvSpPr>
        <p:spPr>
          <a:xfrm>
            <a:off x="1143300" y="1526963"/>
            <a:ext cx="2197500" cy="4020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latin typeface="Sora Medium"/>
                <a:ea typeface="Sora Medium"/>
                <a:cs typeface="Sora Medium"/>
                <a:sym typeface="Sora Medium"/>
              </a:defRPr>
            </a:lvl9pPr>
          </a:lstStyle>
          <a:p/>
        </p:txBody>
      </p:sp>
      <p:sp>
        <p:nvSpPr>
          <p:cNvPr id="263" name="Google Shape;263;p12"/>
          <p:cNvSpPr txBox="1"/>
          <p:nvPr>
            <p:ph idx="2" type="title"/>
          </p:nvPr>
        </p:nvSpPr>
        <p:spPr>
          <a:xfrm>
            <a:off x="3820750" y="1526963"/>
            <a:ext cx="2197500" cy="402000"/>
          </a:xfrm>
          <a:prstGeom prst="rect">
            <a:avLst/>
          </a:prstGeom>
        </p:spPr>
        <p:txBody>
          <a:bodyPr anchorCtr="0" anchor="b" bIns="91425" lIns="0"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264" name="Google Shape;264;p12"/>
          <p:cNvSpPr txBox="1"/>
          <p:nvPr>
            <p:ph idx="3" type="title"/>
          </p:nvPr>
        </p:nvSpPr>
        <p:spPr>
          <a:xfrm>
            <a:off x="1129950" y="1992625"/>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5" name="Google Shape;265;p12"/>
          <p:cNvSpPr txBox="1"/>
          <p:nvPr>
            <p:ph idx="4" type="title"/>
          </p:nvPr>
        </p:nvSpPr>
        <p:spPr>
          <a:xfrm>
            <a:off x="1129950" y="2801602"/>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6" name="Google Shape;266;p12"/>
          <p:cNvSpPr txBox="1"/>
          <p:nvPr>
            <p:ph idx="5" type="title"/>
          </p:nvPr>
        </p:nvSpPr>
        <p:spPr>
          <a:xfrm>
            <a:off x="1129950" y="3610580"/>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7" name="Google Shape;267;p12"/>
          <p:cNvSpPr txBox="1"/>
          <p:nvPr>
            <p:ph idx="6" type="title"/>
          </p:nvPr>
        </p:nvSpPr>
        <p:spPr>
          <a:xfrm>
            <a:off x="3820750" y="199262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8" name="Google Shape;268;p12"/>
          <p:cNvSpPr txBox="1"/>
          <p:nvPr>
            <p:ph idx="7" type="title"/>
          </p:nvPr>
        </p:nvSpPr>
        <p:spPr>
          <a:xfrm>
            <a:off x="3820750" y="2801550"/>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9" name="Google Shape;269;p12"/>
          <p:cNvSpPr txBox="1"/>
          <p:nvPr>
            <p:ph idx="8" type="title"/>
          </p:nvPr>
        </p:nvSpPr>
        <p:spPr>
          <a:xfrm>
            <a:off x="3820750" y="361047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70" name="Google Shape;270;p12"/>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71" name="Google Shape;271;p12"/>
          <p:cNvSpPr txBox="1"/>
          <p:nvPr>
            <p:ph idx="13" type="title"/>
          </p:nvPr>
        </p:nvSpPr>
        <p:spPr>
          <a:xfrm>
            <a:off x="115025" y="502775"/>
            <a:ext cx="64404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72" name="Google Shape;272;p12"/>
          <p:cNvSpPr txBox="1"/>
          <p:nvPr>
            <p:ph idx="14" type="title"/>
          </p:nvPr>
        </p:nvSpPr>
        <p:spPr>
          <a:xfrm>
            <a:off x="228600" y="21273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273" name="Google Shape;273;p12"/>
          <p:cNvSpPr txBox="1"/>
          <p:nvPr>
            <p:ph idx="15"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
        <p:nvSpPr>
          <p:cNvPr id="274" name="Google Shape;274;p12"/>
          <p:cNvSpPr txBox="1"/>
          <p:nvPr>
            <p:ph idx="16" type="title"/>
          </p:nvPr>
        </p:nvSpPr>
        <p:spPr>
          <a:xfrm>
            <a:off x="228600" y="29362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275" name="Google Shape;275;p12"/>
          <p:cNvSpPr txBox="1"/>
          <p:nvPr>
            <p:ph idx="17" type="title"/>
          </p:nvPr>
        </p:nvSpPr>
        <p:spPr>
          <a:xfrm>
            <a:off x="228600" y="37451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Tree>
  </p:cSld>
  <p:clrMapOvr>
    <a:masterClrMapping/>
  </p:clrMapOvr>
  <p:extLst>
    <p:ext uri="{DCECCB84-F9BA-43D5-87BE-67443E8EF086}">
      <p15:sldGuideLst>
        <p15:guide id="1" orient="horz" pos="1241">
          <p15:clr>
            <a:srgbClr val="E46962"/>
          </p15:clr>
        </p15:guide>
        <p15:guide id="2" orient="horz" pos="1755">
          <p15:clr>
            <a:srgbClr val="E46962"/>
          </p15:clr>
        </p15:guide>
        <p15:guide id="3" orient="horz" pos="2267">
          <p15:clr>
            <a:srgbClr val="E46962"/>
          </p15:clr>
        </p15:guide>
        <p15:guide id="4" orient="horz" pos="2778">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hart">
  <p:cSld name="BLANK_1_1_1_1_1_1_1_1_1_1_7_1">
    <p:spTree>
      <p:nvGrpSpPr>
        <p:cNvPr id="276" name="Shape 276"/>
        <p:cNvGrpSpPr/>
        <p:nvPr/>
      </p:nvGrpSpPr>
      <p:grpSpPr>
        <a:xfrm>
          <a:off x="0" y="0"/>
          <a:ext cx="0" cy="0"/>
          <a:chOff x="0" y="0"/>
          <a:chExt cx="0" cy="0"/>
        </a:xfrm>
      </p:grpSpPr>
      <p:sp>
        <p:nvSpPr>
          <p:cNvPr id="277" name="Google Shape;277;p13"/>
          <p:cNvSpPr/>
          <p:nvPr/>
        </p:nvSpPr>
        <p:spPr>
          <a:xfrm flipH="1" rot="-1079220">
            <a:off x="-2010221" y="4250160"/>
            <a:ext cx="4477637" cy="804981"/>
          </a:xfrm>
          <a:prstGeom prst="chord">
            <a:avLst>
              <a:gd fmla="val 2752926" name="adj1"/>
              <a:gd fmla="val 1719354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278" name="Google Shape;278;p13"/>
          <p:cNvGrpSpPr/>
          <p:nvPr/>
        </p:nvGrpSpPr>
        <p:grpSpPr>
          <a:xfrm rot="-5400000">
            <a:off x="4030013" y="41713"/>
            <a:ext cx="1026300" cy="9201675"/>
            <a:chOff x="670045" y="-5692564"/>
            <a:chExt cx="1026300" cy="9201675"/>
          </a:xfrm>
        </p:grpSpPr>
        <p:sp>
          <p:nvSpPr>
            <p:cNvPr id="279" name="Google Shape;279;p13"/>
            <p:cNvSpPr/>
            <p:nvPr/>
          </p:nvSpPr>
          <p:spPr>
            <a:xfrm>
              <a:off x="675320" y="-5692564"/>
              <a:ext cx="1010925" cy="7239975"/>
            </a:xfrm>
            <a:custGeom>
              <a:rect b="b" l="l" r="r" t="t"/>
              <a:pathLst>
                <a:path extrusionOk="0" h="289599" w="40437">
                  <a:moveTo>
                    <a:pt x="40437" y="287489"/>
                  </a:moveTo>
                  <a:lnTo>
                    <a:pt x="0" y="0"/>
                  </a:lnTo>
                  <a:lnTo>
                    <a:pt x="242" y="276278"/>
                  </a:lnTo>
                  <a:lnTo>
                    <a:pt x="238" y="289599"/>
                  </a:lnTo>
                  <a:close/>
                </a:path>
              </a:pathLst>
            </a:custGeom>
            <a:solidFill>
              <a:schemeClr val="lt1"/>
            </a:solidFill>
            <a:ln>
              <a:noFill/>
            </a:ln>
          </p:spPr>
        </p:sp>
        <p:sp>
          <p:nvSpPr>
            <p:cNvPr id="280" name="Google Shape;280;p13"/>
            <p:cNvSpPr/>
            <p:nvPr/>
          </p:nvSpPr>
          <p:spPr>
            <a:xfrm>
              <a:off x="670045" y="1494661"/>
              <a:ext cx="1026300" cy="2014450"/>
            </a:xfrm>
            <a:custGeom>
              <a:rect b="b" l="l" r="r" t="t"/>
              <a:pathLst>
                <a:path extrusionOk="0" h="80578" w="41052">
                  <a:moveTo>
                    <a:pt x="499" y="80578"/>
                  </a:moveTo>
                  <a:lnTo>
                    <a:pt x="15982" y="73724"/>
                  </a:lnTo>
                  <a:lnTo>
                    <a:pt x="41052" y="0"/>
                  </a:lnTo>
                  <a:lnTo>
                    <a:pt x="472" y="1824"/>
                  </a:lnTo>
                  <a:lnTo>
                    <a:pt x="0" y="39674"/>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sp>
        <p:nvSpPr>
          <p:cNvPr id="281" name="Google Shape;281;p13"/>
          <p:cNvSpPr txBox="1"/>
          <p:nvPr>
            <p:ph type="title"/>
          </p:nvPr>
        </p:nvSpPr>
        <p:spPr>
          <a:xfrm>
            <a:off x="37200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latin typeface="Sora"/>
                <a:ea typeface="Sora"/>
                <a:cs typeface="Sora"/>
                <a:sym typeface="Sora"/>
              </a:defRPr>
            </a:lvl2pPr>
            <a:lvl3pPr lvl="2">
              <a:spcBef>
                <a:spcPts val="0"/>
              </a:spcBef>
              <a:spcAft>
                <a:spcPts val="0"/>
              </a:spcAft>
              <a:buClr>
                <a:schemeClr val="lt1"/>
              </a:buClr>
              <a:buSzPts val="1000"/>
              <a:buFont typeface="Sora"/>
              <a:buNone/>
              <a:defRPr sz="1000">
                <a:latin typeface="Sora"/>
                <a:ea typeface="Sora"/>
                <a:cs typeface="Sora"/>
                <a:sym typeface="Sora"/>
              </a:defRPr>
            </a:lvl3pPr>
            <a:lvl4pPr lvl="3">
              <a:spcBef>
                <a:spcPts val="0"/>
              </a:spcBef>
              <a:spcAft>
                <a:spcPts val="0"/>
              </a:spcAft>
              <a:buClr>
                <a:schemeClr val="lt1"/>
              </a:buClr>
              <a:buSzPts val="1000"/>
              <a:buFont typeface="Sora"/>
              <a:buNone/>
              <a:defRPr sz="1000">
                <a:latin typeface="Sora"/>
                <a:ea typeface="Sora"/>
                <a:cs typeface="Sora"/>
                <a:sym typeface="Sora"/>
              </a:defRPr>
            </a:lvl4pPr>
            <a:lvl5pPr lvl="4">
              <a:spcBef>
                <a:spcPts val="0"/>
              </a:spcBef>
              <a:spcAft>
                <a:spcPts val="0"/>
              </a:spcAft>
              <a:buClr>
                <a:schemeClr val="lt1"/>
              </a:buClr>
              <a:buSzPts val="1000"/>
              <a:buFont typeface="Sora"/>
              <a:buNone/>
              <a:defRPr sz="1000">
                <a:latin typeface="Sora"/>
                <a:ea typeface="Sora"/>
                <a:cs typeface="Sora"/>
                <a:sym typeface="Sora"/>
              </a:defRPr>
            </a:lvl5pPr>
            <a:lvl6pPr lvl="5">
              <a:spcBef>
                <a:spcPts val="0"/>
              </a:spcBef>
              <a:spcAft>
                <a:spcPts val="0"/>
              </a:spcAft>
              <a:buClr>
                <a:schemeClr val="lt1"/>
              </a:buClr>
              <a:buSzPts val="1000"/>
              <a:buFont typeface="Sora"/>
              <a:buNone/>
              <a:defRPr sz="1000">
                <a:latin typeface="Sora"/>
                <a:ea typeface="Sora"/>
                <a:cs typeface="Sora"/>
                <a:sym typeface="Sora"/>
              </a:defRPr>
            </a:lvl6pPr>
            <a:lvl7pPr lvl="6">
              <a:spcBef>
                <a:spcPts val="0"/>
              </a:spcBef>
              <a:spcAft>
                <a:spcPts val="0"/>
              </a:spcAft>
              <a:buClr>
                <a:schemeClr val="lt1"/>
              </a:buClr>
              <a:buSzPts val="1000"/>
              <a:buFont typeface="Sora"/>
              <a:buNone/>
              <a:defRPr sz="1000">
                <a:latin typeface="Sora"/>
                <a:ea typeface="Sora"/>
                <a:cs typeface="Sora"/>
                <a:sym typeface="Sora"/>
              </a:defRPr>
            </a:lvl7pPr>
            <a:lvl8pPr lvl="7">
              <a:spcBef>
                <a:spcPts val="0"/>
              </a:spcBef>
              <a:spcAft>
                <a:spcPts val="0"/>
              </a:spcAft>
              <a:buClr>
                <a:schemeClr val="lt1"/>
              </a:buClr>
              <a:buSzPts val="1000"/>
              <a:buFont typeface="Sora"/>
              <a:buNone/>
              <a:defRPr sz="1000">
                <a:latin typeface="Sora"/>
                <a:ea typeface="Sora"/>
                <a:cs typeface="Sora"/>
                <a:sym typeface="Sora"/>
              </a:defRPr>
            </a:lvl8pPr>
            <a:lvl9pPr lvl="8">
              <a:spcBef>
                <a:spcPts val="0"/>
              </a:spcBef>
              <a:spcAft>
                <a:spcPts val="0"/>
              </a:spcAft>
              <a:buClr>
                <a:schemeClr val="lt1"/>
              </a:buClr>
              <a:buSzPts val="1000"/>
              <a:buFont typeface="Sora"/>
              <a:buNone/>
              <a:defRPr sz="1000">
                <a:latin typeface="Sora"/>
                <a:ea typeface="Sora"/>
                <a:cs typeface="Sora"/>
                <a:sym typeface="Sora"/>
              </a:defRPr>
            </a:lvl9pPr>
          </a:lstStyle>
          <a:p/>
        </p:txBody>
      </p:sp>
      <p:sp>
        <p:nvSpPr>
          <p:cNvPr id="282" name="Google Shape;282;p13"/>
          <p:cNvSpPr txBox="1"/>
          <p:nvPr>
            <p:ph idx="2" type="title"/>
          </p:nvPr>
        </p:nvSpPr>
        <p:spPr>
          <a:xfrm>
            <a:off x="71489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283" name="Google Shape;283;p13"/>
          <p:cNvSpPr txBox="1"/>
          <p:nvPr>
            <p:ph idx="3" type="title"/>
          </p:nvPr>
        </p:nvSpPr>
        <p:spPr>
          <a:xfrm>
            <a:off x="543447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284" name="Google Shape;284;p13"/>
          <p:cNvSpPr txBox="1"/>
          <p:nvPr>
            <p:ph idx="4"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85" name="Google Shape;285;p13"/>
          <p:cNvSpPr txBox="1"/>
          <p:nvPr>
            <p:ph idx="5" type="title"/>
          </p:nvPr>
        </p:nvSpPr>
        <p:spPr>
          <a:xfrm>
            <a:off x="108300" y="1168075"/>
            <a:ext cx="3544500" cy="2275200"/>
          </a:xfrm>
          <a:prstGeom prst="rect">
            <a:avLst/>
          </a:prstGeom>
        </p:spPr>
        <p:txBody>
          <a:bodyPr anchorCtr="0" anchor="t" bIns="91425" lIns="91425" spcFirstLastPara="1" rIns="91425" wrap="square" tIns="0">
            <a:norm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a:latin typeface="IBM Plex Sans SemiBold"/>
                <a:ea typeface="IBM Plex Sans SemiBold"/>
                <a:cs typeface="IBM Plex Sans SemiBold"/>
                <a:sym typeface="IBM Plex Sans SemiBold"/>
              </a:defRPr>
            </a:lvl2pPr>
            <a:lvl3pPr lvl="2">
              <a:lnSpc>
                <a:spcPct val="115000"/>
              </a:lnSpc>
              <a:spcBef>
                <a:spcPts val="0"/>
              </a:spcBef>
              <a:spcAft>
                <a:spcPts val="0"/>
              </a:spcAft>
              <a:buNone/>
              <a:defRPr>
                <a:latin typeface="IBM Plex Sans SemiBold"/>
                <a:ea typeface="IBM Plex Sans SemiBold"/>
                <a:cs typeface="IBM Plex Sans SemiBold"/>
                <a:sym typeface="IBM Plex Sans SemiBold"/>
              </a:defRPr>
            </a:lvl3pPr>
            <a:lvl4pPr lvl="3">
              <a:lnSpc>
                <a:spcPct val="115000"/>
              </a:lnSpc>
              <a:spcBef>
                <a:spcPts val="0"/>
              </a:spcBef>
              <a:spcAft>
                <a:spcPts val="0"/>
              </a:spcAft>
              <a:buNone/>
              <a:defRPr>
                <a:latin typeface="IBM Plex Sans SemiBold"/>
                <a:ea typeface="IBM Plex Sans SemiBold"/>
                <a:cs typeface="IBM Plex Sans SemiBold"/>
                <a:sym typeface="IBM Plex Sans SemiBold"/>
              </a:defRPr>
            </a:lvl4pPr>
            <a:lvl5pPr lvl="4">
              <a:lnSpc>
                <a:spcPct val="115000"/>
              </a:lnSpc>
              <a:spcBef>
                <a:spcPts val="0"/>
              </a:spcBef>
              <a:spcAft>
                <a:spcPts val="0"/>
              </a:spcAft>
              <a:buNone/>
              <a:defRPr>
                <a:latin typeface="IBM Plex Sans SemiBold"/>
                <a:ea typeface="IBM Plex Sans SemiBold"/>
                <a:cs typeface="IBM Plex Sans SemiBold"/>
                <a:sym typeface="IBM Plex Sans SemiBold"/>
              </a:defRPr>
            </a:lvl5pPr>
            <a:lvl6pPr lvl="5">
              <a:lnSpc>
                <a:spcPct val="115000"/>
              </a:lnSpc>
              <a:spcBef>
                <a:spcPts val="0"/>
              </a:spcBef>
              <a:spcAft>
                <a:spcPts val="0"/>
              </a:spcAft>
              <a:buNone/>
              <a:defRPr>
                <a:latin typeface="IBM Plex Sans SemiBold"/>
                <a:ea typeface="IBM Plex Sans SemiBold"/>
                <a:cs typeface="IBM Plex Sans SemiBold"/>
                <a:sym typeface="IBM Plex Sans SemiBold"/>
              </a:defRPr>
            </a:lvl6pPr>
            <a:lvl7pPr lvl="6">
              <a:lnSpc>
                <a:spcPct val="115000"/>
              </a:lnSpc>
              <a:spcBef>
                <a:spcPts val="0"/>
              </a:spcBef>
              <a:spcAft>
                <a:spcPts val="0"/>
              </a:spcAft>
              <a:buNone/>
              <a:defRPr>
                <a:latin typeface="IBM Plex Sans SemiBold"/>
                <a:ea typeface="IBM Plex Sans SemiBold"/>
                <a:cs typeface="IBM Plex Sans SemiBold"/>
                <a:sym typeface="IBM Plex Sans SemiBold"/>
              </a:defRPr>
            </a:lvl7pPr>
            <a:lvl8pPr lvl="7">
              <a:lnSpc>
                <a:spcPct val="115000"/>
              </a:lnSpc>
              <a:spcBef>
                <a:spcPts val="0"/>
              </a:spcBef>
              <a:spcAft>
                <a:spcPts val="0"/>
              </a:spcAft>
              <a:buNone/>
              <a:defRPr>
                <a:latin typeface="IBM Plex Sans SemiBold"/>
                <a:ea typeface="IBM Plex Sans SemiBold"/>
                <a:cs typeface="IBM Plex Sans SemiBold"/>
                <a:sym typeface="IBM Plex Sans SemiBold"/>
              </a:defRPr>
            </a:lvl8pPr>
            <a:lvl9pPr lvl="8">
              <a:lnSpc>
                <a:spcPct val="115000"/>
              </a:lnSpc>
              <a:spcBef>
                <a:spcPts val="0"/>
              </a:spcBef>
              <a:spcAft>
                <a:spcPts val="0"/>
              </a:spcAft>
              <a:buNone/>
              <a:defRPr>
                <a:latin typeface="IBM Plex Sans SemiBold"/>
                <a:ea typeface="IBM Plex Sans SemiBold"/>
                <a:cs typeface="IBM Plex Sans SemiBold"/>
                <a:sym typeface="IBM Plex Sans SemiBold"/>
              </a:defRPr>
            </a:lvl9pPr>
          </a:lstStyle>
          <a:p/>
        </p:txBody>
      </p:sp>
      <p:sp>
        <p:nvSpPr>
          <p:cNvPr id="286" name="Google Shape;286;p13"/>
          <p:cNvSpPr txBox="1"/>
          <p:nvPr>
            <p:ph idx="6" type="title"/>
          </p:nvPr>
        </p:nvSpPr>
        <p:spPr>
          <a:xfrm>
            <a:off x="3720025" y="1287875"/>
            <a:ext cx="4295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a:buNone/>
              <a:defRPr sz="1200">
                <a:solidFill>
                  <a:schemeClr val="lt1"/>
                </a:solidFill>
                <a:latin typeface="Sora"/>
                <a:ea typeface="Sora"/>
                <a:cs typeface="Sora"/>
                <a:sym typeface="Sora"/>
              </a:defRPr>
            </a:lvl2pPr>
            <a:lvl3pPr lvl="2">
              <a:spcBef>
                <a:spcPts val="0"/>
              </a:spcBef>
              <a:spcAft>
                <a:spcPts val="0"/>
              </a:spcAft>
              <a:buClr>
                <a:schemeClr val="lt1"/>
              </a:buClr>
              <a:buSzPts val="1200"/>
              <a:buFont typeface="Sora"/>
              <a:buNone/>
              <a:defRPr sz="1200">
                <a:solidFill>
                  <a:schemeClr val="lt1"/>
                </a:solidFill>
                <a:latin typeface="Sora"/>
                <a:ea typeface="Sora"/>
                <a:cs typeface="Sora"/>
                <a:sym typeface="Sora"/>
              </a:defRPr>
            </a:lvl3pPr>
            <a:lvl4pPr lvl="3">
              <a:spcBef>
                <a:spcPts val="0"/>
              </a:spcBef>
              <a:spcAft>
                <a:spcPts val="0"/>
              </a:spcAft>
              <a:buClr>
                <a:schemeClr val="lt1"/>
              </a:buClr>
              <a:buSzPts val="1200"/>
              <a:buFont typeface="Sora"/>
              <a:buNone/>
              <a:defRPr sz="1200">
                <a:solidFill>
                  <a:schemeClr val="lt1"/>
                </a:solidFill>
                <a:latin typeface="Sora"/>
                <a:ea typeface="Sora"/>
                <a:cs typeface="Sora"/>
                <a:sym typeface="Sora"/>
              </a:defRPr>
            </a:lvl4pPr>
            <a:lvl5pPr lvl="4">
              <a:spcBef>
                <a:spcPts val="0"/>
              </a:spcBef>
              <a:spcAft>
                <a:spcPts val="0"/>
              </a:spcAft>
              <a:buClr>
                <a:schemeClr val="lt1"/>
              </a:buClr>
              <a:buSzPts val="1200"/>
              <a:buFont typeface="Sora"/>
              <a:buNone/>
              <a:defRPr sz="1200">
                <a:solidFill>
                  <a:schemeClr val="lt1"/>
                </a:solidFill>
                <a:latin typeface="Sora"/>
                <a:ea typeface="Sora"/>
                <a:cs typeface="Sora"/>
                <a:sym typeface="Sora"/>
              </a:defRPr>
            </a:lvl5pPr>
            <a:lvl6pPr lvl="5">
              <a:spcBef>
                <a:spcPts val="0"/>
              </a:spcBef>
              <a:spcAft>
                <a:spcPts val="0"/>
              </a:spcAft>
              <a:buClr>
                <a:schemeClr val="lt1"/>
              </a:buClr>
              <a:buSzPts val="1200"/>
              <a:buFont typeface="Sora"/>
              <a:buNone/>
              <a:defRPr sz="1200">
                <a:solidFill>
                  <a:schemeClr val="lt1"/>
                </a:solidFill>
                <a:latin typeface="Sora"/>
                <a:ea typeface="Sora"/>
                <a:cs typeface="Sora"/>
                <a:sym typeface="Sora"/>
              </a:defRPr>
            </a:lvl6pPr>
            <a:lvl7pPr lvl="6">
              <a:spcBef>
                <a:spcPts val="0"/>
              </a:spcBef>
              <a:spcAft>
                <a:spcPts val="0"/>
              </a:spcAft>
              <a:buClr>
                <a:schemeClr val="lt1"/>
              </a:buClr>
              <a:buSzPts val="1200"/>
              <a:buFont typeface="Sora"/>
              <a:buNone/>
              <a:defRPr sz="1200">
                <a:solidFill>
                  <a:schemeClr val="lt1"/>
                </a:solidFill>
                <a:latin typeface="Sora"/>
                <a:ea typeface="Sora"/>
                <a:cs typeface="Sora"/>
                <a:sym typeface="Sora"/>
              </a:defRPr>
            </a:lvl7pPr>
            <a:lvl8pPr lvl="7">
              <a:spcBef>
                <a:spcPts val="0"/>
              </a:spcBef>
              <a:spcAft>
                <a:spcPts val="0"/>
              </a:spcAft>
              <a:buClr>
                <a:schemeClr val="lt1"/>
              </a:buClr>
              <a:buSzPts val="1200"/>
              <a:buFont typeface="Sora"/>
              <a:buNone/>
              <a:defRPr sz="1200">
                <a:solidFill>
                  <a:schemeClr val="lt1"/>
                </a:solidFill>
                <a:latin typeface="Sora"/>
                <a:ea typeface="Sora"/>
                <a:cs typeface="Sora"/>
                <a:sym typeface="Sora"/>
              </a:defRPr>
            </a:lvl8pPr>
            <a:lvl9pPr lvl="8">
              <a:spcBef>
                <a:spcPts val="0"/>
              </a:spcBef>
              <a:spcAft>
                <a:spcPts val="0"/>
              </a:spcAft>
              <a:buClr>
                <a:schemeClr val="lt1"/>
              </a:buClr>
              <a:buSzPts val="1200"/>
              <a:buFont typeface="Sora"/>
              <a:buNone/>
              <a:defRPr sz="1200">
                <a:solidFill>
                  <a:schemeClr val="lt1"/>
                </a:solidFill>
                <a:latin typeface="Sora"/>
                <a:ea typeface="Sora"/>
                <a:cs typeface="Sora"/>
                <a:sym typeface="Sora"/>
              </a:defRPr>
            </a:lvl9pPr>
          </a:lstStyle>
          <a:p/>
        </p:txBody>
      </p:sp>
      <p:sp>
        <p:nvSpPr>
          <p:cNvPr id="287" name="Google Shape;287;p13"/>
          <p:cNvSpPr txBox="1"/>
          <p:nvPr>
            <p:ph idx="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BLANK_1_1_1_1_1_1_1_1_1_1_6">
    <p:spTree>
      <p:nvGrpSpPr>
        <p:cNvPr id="288" name="Shape 288"/>
        <p:cNvGrpSpPr/>
        <p:nvPr/>
      </p:nvGrpSpPr>
      <p:grpSpPr>
        <a:xfrm>
          <a:off x="0" y="0"/>
          <a:ext cx="0" cy="0"/>
          <a:chOff x="0" y="0"/>
          <a:chExt cx="0" cy="0"/>
        </a:xfrm>
      </p:grpSpPr>
      <p:sp>
        <p:nvSpPr>
          <p:cNvPr id="289" name="Google Shape;289;p14"/>
          <p:cNvSpPr/>
          <p:nvPr/>
        </p:nvSpPr>
        <p:spPr>
          <a:xfrm rot="35689">
            <a:off x="3842097" y="2193145"/>
            <a:ext cx="4854862" cy="198250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0" name="Google Shape;290;p14"/>
          <p:cNvSpPr/>
          <p:nvPr/>
        </p:nvSpPr>
        <p:spPr>
          <a:xfrm rot="-1029644">
            <a:off x="3491561" y="2543266"/>
            <a:ext cx="5708121" cy="1598166"/>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291" name="Google Shape;291;p14"/>
          <p:cNvGrpSpPr/>
          <p:nvPr/>
        </p:nvGrpSpPr>
        <p:grpSpPr>
          <a:xfrm rot="10800000">
            <a:off x="9" y="0"/>
            <a:ext cx="1889320" cy="1499480"/>
            <a:chOff x="461225" y="3249175"/>
            <a:chExt cx="1399496" cy="1110726"/>
          </a:xfrm>
        </p:grpSpPr>
        <p:grpSp>
          <p:nvGrpSpPr>
            <p:cNvPr id="292" name="Google Shape;292;p14"/>
            <p:cNvGrpSpPr/>
            <p:nvPr/>
          </p:nvGrpSpPr>
          <p:grpSpPr>
            <a:xfrm>
              <a:off x="461225" y="3249175"/>
              <a:ext cx="1399496" cy="370204"/>
              <a:chOff x="461225" y="3249175"/>
              <a:chExt cx="1399496" cy="370204"/>
            </a:xfrm>
          </p:grpSpPr>
          <p:sp>
            <p:nvSpPr>
              <p:cNvPr id="293" name="Google Shape;293;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4" name="Google Shape;294;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5" name="Google Shape;295;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6" name="Google Shape;296;p14"/>
              <p:cNvSpPr/>
              <p:nvPr/>
            </p:nvSpPr>
            <p:spPr>
              <a:xfrm>
                <a:off x="1571821" y="3249179"/>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97" name="Google Shape;297;p14"/>
            <p:cNvGrpSpPr/>
            <p:nvPr/>
          </p:nvGrpSpPr>
          <p:grpSpPr>
            <a:xfrm>
              <a:off x="461225" y="3619500"/>
              <a:ext cx="1399496" cy="370202"/>
              <a:chOff x="461225" y="3249175"/>
              <a:chExt cx="1399496" cy="370202"/>
            </a:xfrm>
          </p:grpSpPr>
          <p:sp>
            <p:nvSpPr>
              <p:cNvPr id="298" name="Google Shape;298;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9" name="Google Shape;299;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0" name="Google Shape;300;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1" name="Google Shape;301;p14"/>
              <p:cNvSpPr/>
              <p:nvPr/>
            </p:nvSpPr>
            <p:spPr>
              <a:xfrm>
                <a:off x="1571821" y="3249177"/>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02" name="Google Shape;302;p14"/>
            <p:cNvGrpSpPr/>
            <p:nvPr/>
          </p:nvGrpSpPr>
          <p:grpSpPr>
            <a:xfrm>
              <a:off x="461225" y="3989700"/>
              <a:ext cx="1399496" cy="370201"/>
              <a:chOff x="461225" y="3249175"/>
              <a:chExt cx="1399496" cy="370201"/>
            </a:xfrm>
          </p:grpSpPr>
          <p:sp>
            <p:nvSpPr>
              <p:cNvPr id="303" name="Google Shape;303;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4" name="Google Shape;304;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5" name="Google Shape;305;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6" name="Google Shape;306;p14"/>
              <p:cNvSpPr/>
              <p:nvPr/>
            </p:nvSpPr>
            <p:spPr>
              <a:xfrm>
                <a:off x="1571821" y="3249176"/>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07" name="Google Shape;307;p14"/>
          <p:cNvSpPr/>
          <p:nvPr/>
        </p:nvSpPr>
        <p:spPr>
          <a:xfrm>
            <a:off x="5909401" y="-3350"/>
            <a:ext cx="3234589" cy="1736822"/>
          </a:xfrm>
          <a:custGeom>
            <a:rect b="b" l="l" r="r" t="t"/>
            <a:pathLst>
              <a:path extrusionOk="0" h="141435" w="263403">
                <a:moveTo>
                  <a:pt x="0" y="277"/>
                </a:moveTo>
                <a:lnTo>
                  <a:pt x="193747" y="141435"/>
                </a:lnTo>
                <a:lnTo>
                  <a:pt x="263403" y="7658"/>
                </a:lnTo>
                <a:lnTo>
                  <a:pt x="263403" y="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a:effectLst>
            <a:outerShdw blurRad="1042988" rotWithShape="0" algn="bl" dir="5400000" dist="19050">
              <a:schemeClr val="lt2">
                <a:alpha val="49000"/>
              </a:schemeClr>
            </a:outerShdw>
          </a:effectLst>
        </p:spPr>
      </p:sp>
      <p:sp>
        <p:nvSpPr>
          <p:cNvPr id="308" name="Google Shape;308;p14"/>
          <p:cNvSpPr/>
          <p:nvPr/>
        </p:nvSpPr>
        <p:spPr>
          <a:xfrm>
            <a:off x="8299949" y="73285"/>
            <a:ext cx="844041" cy="1631459"/>
          </a:xfrm>
          <a:custGeom>
            <a:rect b="b" l="l" r="r" t="t"/>
            <a:pathLst>
              <a:path extrusionOk="0" h="132855" w="68733">
                <a:moveTo>
                  <a:pt x="0" y="132855"/>
                </a:moveTo>
                <a:lnTo>
                  <a:pt x="68733" y="58124"/>
                </a:lnTo>
                <a:lnTo>
                  <a:pt x="68733" y="0"/>
                </a:lnTo>
                <a:close/>
              </a:path>
            </a:pathLst>
          </a:custGeom>
          <a:solidFill>
            <a:schemeClr val="accent5"/>
          </a:solidFill>
          <a:ln>
            <a:noFill/>
          </a:ln>
        </p:spPr>
      </p:sp>
      <p:sp>
        <p:nvSpPr>
          <p:cNvPr id="309" name="Google Shape;309;p14"/>
          <p:cNvSpPr txBox="1"/>
          <p:nvPr>
            <p:ph type="title"/>
          </p:nvPr>
        </p:nvSpPr>
        <p:spPr>
          <a:xfrm>
            <a:off x="163725" y="2947825"/>
            <a:ext cx="6637500" cy="1499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500"/>
              <a:buFont typeface="IBM Plex Sans"/>
              <a:buNone/>
              <a:defRPr sz="5500"/>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0" name="Google Shape;310;p14"/>
          <p:cNvSpPr txBox="1"/>
          <p:nvPr>
            <p:ph idx="1" type="subTitle"/>
          </p:nvPr>
        </p:nvSpPr>
        <p:spPr>
          <a:xfrm>
            <a:off x="163725" y="1184350"/>
            <a:ext cx="3336600" cy="1582200"/>
          </a:xfrm>
          <a:prstGeom prst="rect">
            <a:avLst/>
          </a:prstGeom>
        </p:spPr>
        <p:txBody>
          <a:bodyPr anchorCtr="0" anchor="b" bIns="0" lIns="91425" spcFirstLastPara="1" rIns="91425" wrap="square" tIns="91425">
            <a:noAutofit/>
          </a:bodyPr>
          <a:lstStyle>
            <a:lvl1pPr lvl="0">
              <a:lnSpc>
                <a:spcPct val="115000"/>
              </a:lnSpc>
              <a:spcBef>
                <a:spcPts val="0"/>
              </a:spcBef>
              <a:spcAft>
                <a:spcPts val="0"/>
              </a:spcAft>
              <a:buClr>
                <a:schemeClr val="lt1"/>
              </a:buClr>
              <a:buSzPts val="1200"/>
              <a:buFont typeface="Sora"/>
              <a:buNone/>
              <a:defRPr sz="1200"/>
            </a:lvl1pPr>
            <a:lvl2pPr lvl="1">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200"/>
              <a:buFont typeface="Sora"/>
              <a:buNone/>
              <a:defRPr sz="1200">
                <a:solidFill>
                  <a:schemeClr val="lt1"/>
                </a:solidFill>
                <a:latin typeface="Sora"/>
                <a:ea typeface="Sora"/>
                <a:cs typeface="Sora"/>
                <a:sym typeface="Sora"/>
              </a:defRPr>
            </a:lvl9pPr>
          </a:lstStyle>
          <a:p/>
        </p:txBody>
      </p:sp>
      <p:sp>
        <p:nvSpPr>
          <p:cNvPr id="311" name="Google Shape;311;p14"/>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2" name="Google Shape;312;p14"/>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1_1_1_1_1_1_5">
    <p:spTree>
      <p:nvGrpSpPr>
        <p:cNvPr id="313" name="Shape 313"/>
        <p:cNvGrpSpPr/>
        <p:nvPr/>
      </p:nvGrpSpPr>
      <p:grpSpPr>
        <a:xfrm>
          <a:off x="0" y="0"/>
          <a:ext cx="0" cy="0"/>
          <a:chOff x="0" y="0"/>
          <a:chExt cx="0" cy="0"/>
        </a:xfrm>
      </p:grpSpPr>
      <p:sp>
        <p:nvSpPr>
          <p:cNvPr id="314" name="Google Shape;314;p15"/>
          <p:cNvSpPr/>
          <p:nvPr/>
        </p:nvSpPr>
        <p:spPr>
          <a:xfrm>
            <a:off x="1347300" y="4352975"/>
            <a:ext cx="6752827" cy="790544"/>
          </a:xfrm>
          <a:custGeom>
            <a:rect b="b" l="l" r="r" t="t"/>
            <a:pathLst>
              <a:path extrusionOk="0" h="14771" w="86243">
                <a:moveTo>
                  <a:pt x="61203" y="1"/>
                </a:moveTo>
                <a:lnTo>
                  <a:pt x="59656" y="20"/>
                </a:lnTo>
                <a:lnTo>
                  <a:pt x="58090" y="60"/>
                </a:lnTo>
                <a:lnTo>
                  <a:pt x="56504" y="119"/>
                </a:lnTo>
                <a:lnTo>
                  <a:pt x="54898" y="199"/>
                </a:lnTo>
                <a:lnTo>
                  <a:pt x="53272" y="298"/>
                </a:lnTo>
                <a:lnTo>
                  <a:pt x="51627" y="417"/>
                </a:lnTo>
                <a:lnTo>
                  <a:pt x="49961" y="575"/>
                </a:lnTo>
                <a:lnTo>
                  <a:pt x="48276" y="734"/>
                </a:lnTo>
                <a:lnTo>
                  <a:pt x="46591" y="932"/>
                </a:lnTo>
                <a:lnTo>
                  <a:pt x="44886" y="1150"/>
                </a:lnTo>
                <a:lnTo>
                  <a:pt x="43161" y="1388"/>
                </a:lnTo>
                <a:lnTo>
                  <a:pt x="41436" y="1646"/>
                </a:lnTo>
                <a:lnTo>
                  <a:pt x="39711" y="1924"/>
                </a:lnTo>
                <a:lnTo>
                  <a:pt x="37967" y="2221"/>
                </a:lnTo>
                <a:lnTo>
                  <a:pt x="36202" y="2538"/>
                </a:lnTo>
                <a:lnTo>
                  <a:pt x="34458" y="2875"/>
                </a:lnTo>
                <a:lnTo>
                  <a:pt x="31900" y="3411"/>
                </a:lnTo>
                <a:lnTo>
                  <a:pt x="29382" y="3986"/>
                </a:lnTo>
                <a:lnTo>
                  <a:pt x="26884" y="4600"/>
                </a:lnTo>
                <a:lnTo>
                  <a:pt x="24426" y="5235"/>
                </a:lnTo>
                <a:lnTo>
                  <a:pt x="22007" y="5909"/>
                </a:lnTo>
                <a:lnTo>
                  <a:pt x="19628" y="6622"/>
                </a:lnTo>
                <a:lnTo>
                  <a:pt x="17288" y="7356"/>
                </a:lnTo>
                <a:lnTo>
                  <a:pt x="15008" y="8129"/>
                </a:lnTo>
                <a:lnTo>
                  <a:pt x="12867" y="8902"/>
                </a:lnTo>
                <a:lnTo>
                  <a:pt x="10805" y="9695"/>
                </a:lnTo>
                <a:lnTo>
                  <a:pt x="8823" y="10488"/>
                </a:lnTo>
                <a:lnTo>
                  <a:pt x="6900" y="11321"/>
                </a:lnTo>
                <a:lnTo>
                  <a:pt x="5056" y="12154"/>
                </a:lnTo>
                <a:lnTo>
                  <a:pt x="4164" y="12590"/>
                </a:lnTo>
                <a:lnTo>
                  <a:pt x="3291" y="13006"/>
                </a:lnTo>
                <a:lnTo>
                  <a:pt x="2439" y="13442"/>
                </a:lnTo>
                <a:lnTo>
                  <a:pt x="1606" y="13879"/>
                </a:lnTo>
                <a:lnTo>
                  <a:pt x="793" y="14335"/>
                </a:lnTo>
                <a:lnTo>
                  <a:pt x="0" y="14771"/>
                </a:lnTo>
                <a:lnTo>
                  <a:pt x="83665" y="14771"/>
                </a:lnTo>
                <a:lnTo>
                  <a:pt x="84042" y="14335"/>
                </a:lnTo>
                <a:lnTo>
                  <a:pt x="84379" y="13918"/>
                </a:lnTo>
                <a:lnTo>
                  <a:pt x="84696" y="13482"/>
                </a:lnTo>
                <a:lnTo>
                  <a:pt x="84974" y="13066"/>
                </a:lnTo>
                <a:lnTo>
                  <a:pt x="85232" y="12649"/>
                </a:lnTo>
                <a:lnTo>
                  <a:pt x="85450" y="12233"/>
                </a:lnTo>
                <a:lnTo>
                  <a:pt x="85648" y="11817"/>
                </a:lnTo>
                <a:lnTo>
                  <a:pt x="85826" y="11400"/>
                </a:lnTo>
                <a:lnTo>
                  <a:pt x="85965" y="11004"/>
                </a:lnTo>
                <a:lnTo>
                  <a:pt x="86084" y="10607"/>
                </a:lnTo>
                <a:lnTo>
                  <a:pt x="86163" y="10211"/>
                </a:lnTo>
                <a:lnTo>
                  <a:pt x="86223" y="9814"/>
                </a:lnTo>
                <a:lnTo>
                  <a:pt x="86243" y="9438"/>
                </a:lnTo>
                <a:lnTo>
                  <a:pt x="86243" y="9041"/>
                </a:lnTo>
                <a:lnTo>
                  <a:pt x="86203" y="8664"/>
                </a:lnTo>
                <a:lnTo>
                  <a:pt x="86144" y="8288"/>
                </a:lnTo>
                <a:lnTo>
                  <a:pt x="86084" y="8050"/>
                </a:lnTo>
                <a:lnTo>
                  <a:pt x="86025" y="7812"/>
                </a:lnTo>
                <a:lnTo>
                  <a:pt x="85945" y="7574"/>
                </a:lnTo>
                <a:lnTo>
                  <a:pt x="85846" y="7336"/>
                </a:lnTo>
                <a:lnTo>
                  <a:pt x="85747" y="7118"/>
                </a:lnTo>
                <a:lnTo>
                  <a:pt x="85628" y="6880"/>
                </a:lnTo>
                <a:lnTo>
                  <a:pt x="85370" y="6444"/>
                </a:lnTo>
                <a:lnTo>
                  <a:pt x="85053" y="6008"/>
                </a:lnTo>
                <a:lnTo>
                  <a:pt x="84676" y="5591"/>
                </a:lnTo>
                <a:lnTo>
                  <a:pt x="84280" y="5175"/>
                </a:lnTo>
                <a:lnTo>
                  <a:pt x="83824" y="4798"/>
                </a:lnTo>
                <a:lnTo>
                  <a:pt x="83309" y="4402"/>
                </a:lnTo>
                <a:lnTo>
                  <a:pt x="82773" y="4045"/>
                </a:lnTo>
                <a:lnTo>
                  <a:pt x="82178" y="3688"/>
                </a:lnTo>
                <a:lnTo>
                  <a:pt x="81524" y="3351"/>
                </a:lnTo>
                <a:lnTo>
                  <a:pt x="80850" y="3034"/>
                </a:lnTo>
                <a:lnTo>
                  <a:pt x="80117" y="2717"/>
                </a:lnTo>
                <a:lnTo>
                  <a:pt x="79343" y="2419"/>
                </a:lnTo>
                <a:lnTo>
                  <a:pt x="78530" y="2142"/>
                </a:lnTo>
                <a:lnTo>
                  <a:pt x="77698" y="1884"/>
                </a:lnTo>
                <a:lnTo>
                  <a:pt x="76825" y="1646"/>
                </a:lnTo>
                <a:lnTo>
                  <a:pt x="75933" y="1428"/>
                </a:lnTo>
                <a:lnTo>
                  <a:pt x="74982" y="1230"/>
                </a:lnTo>
                <a:lnTo>
                  <a:pt x="74010" y="1031"/>
                </a:lnTo>
                <a:lnTo>
                  <a:pt x="72999" y="853"/>
                </a:lnTo>
                <a:lnTo>
                  <a:pt x="71948" y="694"/>
                </a:lnTo>
                <a:lnTo>
                  <a:pt x="70878" y="556"/>
                </a:lnTo>
                <a:lnTo>
                  <a:pt x="69767" y="437"/>
                </a:lnTo>
                <a:lnTo>
                  <a:pt x="68618" y="318"/>
                </a:lnTo>
                <a:lnTo>
                  <a:pt x="67448" y="219"/>
                </a:lnTo>
                <a:lnTo>
                  <a:pt x="66258" y="139"/>
                </a:lnTo>
                <a:lnTo>
                  <a:pt x="65029" y="80"/>
                </a:lnTo>
                <a:lnTo>
                  <a:pt x="63780" y="40"/>
                </a:lnTo>
                <a:lnTo>
                  <a:pt x="62511" y="20"/>
                </a:lnTo>
                <a:lnTo>
                  <a:pt x="61203" y="1"/>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15" name="Google Shape;315;p1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6" name="Google Shape;316;p15"/>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17" name="Google Shape;317;p15"/>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1_1_1_1_1_1_4">
    <p:spTree>
      <p:nvGrpSpPr>
        <p:cNvPr id="318" name="Shape 318"/>
        <p:cNvGrpSpPr/>
        <p:nvPr/>
      </p:nvGrpSpPr>
      <p:grpSpPr>
        <a:xfrm>
          <a:off x="0" y="0"/>
          <a:ext cx="0" cy="0"/>
          <a:chOff x="0" y="0"/>
          <a:chExt cx="0" cy="0"/>
        </a:xfrm>
      </p:grpSpPr>
      <p:sp>
        <p:nvSpPr>
          <p:cNvPr id="319" name="Google Shape;319;p16"/>
          <p:cNvSpPr/>
          <p:nvPr/>
        </p:nvSpPr>
        <p:spPr>
          <a:xfrm rot="-737329">
            <a:off x="5068924" y="-96942"/>
            <a:ext cx="3371552" cy="1136324"/>
          </a:xfrm>
          <a:prstGeom prst="chord">
            <a:avLst>
              <a:gd fmla="val 21353619" name="adj1"/>
              <a:gd fmla="val 1421063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0" name="Google Shape;320;p16"/>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9pPr>
          </a:lstStyle>
          <a:p/>
        </p:txBody>
      </p:sp>
      <p:sp>
        <p:nvSpPr>
          <p:cNvPr id="321" name="Google Shape;321;p16"/>
          <p:cNvSpPr txBox="1"/>
          <p:nvPr>
            <p:ph idx="2"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2" name="Google Shape;322;p16"/>
          <p:cNvSpPr txBox="1"/>
          <p:nvPr>
            <p:ph idx="3"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3" name="Google Shape;323;p16"/>
          <p:cNvSpPr txBox="1"/>
          <p:nvPr>
            <p:ph idx="4"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4" name="Google Shape;324;p16"/>
          <p:cNvSpPr txBox="1"/>
          <p:nvPr>
            <p:ph idx="5"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25" name="Google Shape;325;p16"/>
          <p:cNvSpPr txBox="1"/>
          <p:nvPr>
            <p:ph idx="6"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26" name="Google Shape;326;p16"/>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27" name="Google Shape;327;p16"/>
          <p:cNvSpPr/>
          <p:nvPr/>
        </p:nvSpPr>
        <p:spPr>
          <a:xfrm flipH="1" rot="-6104187">
            <a:off x="4324040" y="2970795"/>
            <a:ext cx="1541221" cy="4732320"/>
          </a:xfrm>
          <a:prstGeom prst="chord">
            <a:avLst>
              <a:gd fmla="val 4994308" name="adj1"/>
              <a:gd fmla="val 15114049"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8" name="Google Shape;328;p16"/>
          <p:cNvSpPr/>
          <p:nvPr/>
        </p:nvSpPr>
        <p:spPr>
          <a:xfrm rot="5740201">
            <a:off x="4240558" y="2810912"/>
            <a:ext cx="1433212" cy="5490517"/>
          </a:xfrm>
          <a:prstGeom prst="chord">
            <a:avLst>
              <a:gd fmla="val 5592353" name="adj1"/>
              <a:gd fmla="val 1502406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9" name="Google Shape;329;p16"/>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0" name="Google Shape;330;p16"/>
          <p:cNvSpPr txBox="1"/>
          <p:nvPr>
            <p:ph idx="8"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331" name="Google Shape;331;p16"/>
          <p:cNvSpPr txBox="1"/>
          <p:nvPr>
            <p:ph idx="9"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2" name="Google Shape;332;p16"/>
          <p:cNvSpPr txBox="1"/>
          <p:nvPr>
            <p:ph idx="13"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3" name="Google Shape;333;p16"/>
          <p:cNvSpPr txBox="1"/>
          <p:nvPr>
            <p:ph idx="14"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4" name="Google Shape;334;p16"/>
          <p:cNvSpPr txBox="1"/>
          <p:nvPr>
            <p:ph idx="15"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5" name="Google Shape;335;p16"/>
          <p:cNvSpPr txBox="1"/>
          <p:nvPr>
            <p:ph idx="16"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6" name="Google Shape;336;p16"/>
          <p:cNvSpPr txBox="1"/>
          <p:nvPr>
            <p:ph idx="17"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7" name="Google Shape;337;p16"/>
          <p:cNvSpPr txBox="1"/>
          <p:nvPr>
            <p:ph idx="18"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8" name="Google Shape;338;p16"/>
          <p:cNvSpPr txBox="1"/>
          <p:nvPr>
            <p:ph idx="19"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339" name="Google Shape;339;p16"/>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 Dark">
  <p:cSld name="BLANK_1_1_1_1_1_1_1_1_1_1_4_1">
    <p:bg>
      <p:bgPr>
        <a:solidFill>
          <a:schemeClr val="lt1"/>
        </a:solidFill>
      </p:bgPr>
    </p:bg>
    <p:spTree>
      <p:nvGrpSpPr>
        <p:cNvPr id="340" name="Shape 340"/>
        <p:cNvGrpSpPr/>
        <p:nvPr/>
      </p:nvGrpSpPr>
      <p:grpSpPr>
        <a:xfrm>
          <a:off x="0" y="0"/>
          <a:ext cx="0" cy="0"/>
          <a:chOff x="0" y="0"/>
          <a:chExt cx="0" cy="0"/>
        </a:xfrm>
      </p:grpSpPr>
      <p:sp>
        <p:nvSpPr>
          <p:cNvPr id="341" name="Google Shape;341;p17"/>
          <p:cNvSpPr/>
          <p:nvPr/>
        </p:nvSpPr>
        <p:spPr>
          <a:xfrm rot="-737329">
            <a:off x="5068924" y="-96942"/>
            <a:ext cx="3371552" cy="1136324"/>
          </a:xfrm>
          <a:prstGeom prst="chord">
            <a:avLst>
              <a:gd fmla="val 21353619" name="adj1"/>
              <a:gd fmla="val 1421063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Sora"/>
              <a:ea typeface="Sora"/>
              <a:cs typeface="Sora"/>
              <a:sym typeface="Sora"/>
            </a:endParaRPr>
          </a:p>
        </p:txBody>
      </p:sp>
      <p:sp>
        <p:nvSpPr>
          <p:cNvPr id="342" name="Google Shape;342;p17"/>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3" name="Google Shape;343;p17"/>
          <p:cNvSpPr txBox="1"/>
          <p:nvPr>
            <p:ph idx="2"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4" name="Google Shape;344;p17"/>
          <p:cNvSpPr txBox="1"/>
          <p:nvPr>
            <p:ph idx="3"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5" name="Google Shape;345;p17"/>
          <p:cNvSpPr txBox="1"/>
          <p:nvPr>
            <p:ph idx="4"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346" name="Google Shape;346;p17"/>
          <p:cNvSpPr txBox="1"/>
          <p:nvPr>
            <p:ph idx="5"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7" name="Google Shape;347;p17"/>
          <p:cNvSpPr txBox="1"/>
          <p:nvPr>
            <p:ph idx="6"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8" name="Google Shape;348;p17"/>
          <p:cNvSpPr txBox="1"/>
          <p:nvPr>
            <p:ph idx="7"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9" name="Google Shape;349;p17"/>
          <p:cNvSpPr/>
          <p:nvPr/>
        </p:nvSpPr>
        <p:spPr>
          <a:xfrm flipH="1" rot="-6104187">
            <a:off x="4324040" y="2970795"/>
            <a:ext cx="1541221" cy="4732320"/>
          </a:xfrm>
          <a:prstGeom prst="chord">
            <a:avLst>
              <a:gd fmla="val 4994308" name="adj1"/>
              <a:gd fmla="val 15114049"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0" name="Google Shape;350;p17"/>
          <p:cNvSpPr/>
          <p:nvPr/>
        </p:nvSpPr>
        <p:spPr>
          <a:xfrm rot="5740201">
            <a:off x="4240558" y="2810912"/>
            <a:ext cx="1433212" cy="5490517"/>
          </a:xfrm>
          <a:prstGeom prst="chord">
            <a:avLst>
              <a:gd fmla="val 5592353" name="adj1"/>
              <a:gd fmla="val 1502406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1" name="Google Shape;351;p17"/>
          <p:cNvSpPr txBox="1"/>
          <p:nvPr>
            <p:ph idx="8"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52" name="Google Shape;352;p17"/>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3" name="Google Shape;353;p17"/>
          <p:cNvSpPr txBox="1"/>
          <p:nvPr>
            <p:ph idx="9"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800"/>
              </a:spcBef>
              <a:spcAft>
                <a:spcPts val="0"/>
              </a:spcAft>
              <a:buClr>
                <a:schemeClr val="dk1"/>
              </a:buClr>
              <a:buSzPts val="1000"/>
              <a:buFont typeface="Sora"/>
              <a:buChar char="◆"/>
              <a:defRPr sz="1000">
                <a:solidFill>
                  <a:schemeClr val="dk1"/>
                </a:solidFill>
              </a:defRPr>
            </a:lvl2pPr>
            <a:lvl3pPr indent="-292100" lvl="2" marL="1371600">
              <a:spcBef>
                <a:spcPts val="800"/>
              </a:spcBef>
              <a:spcAft>
                <a:spcPts val="0"/>
              </a:spcAft>
              <a:buClr>
                <a:schemeClr val="dk1"/>
              </a:buClr>
              <a:buSzPts val="1000"/>
              <a:buFont typeface="Sora"/>
              <a:buChar char="●"/>
              <a:defRPr sz="1000">
                <a:solidFill>
                  <a:schemeClr val="dk1"/>
                </a:solidFill>
              </a:defRPr>
            </a:lvl3pPr>
            <a:lvl4pPr indent="-292100" lvl="3" marL="1828800">
              <a:spcBef>
                <a:spcPts val="800"/>
              </a:spcBef>
              <a:spcAft>
                <a:spcPts val="0"/>
              </a:spcAft>
              <a:buClr>
                <a:schemeClr val="dk1"/>
              </a:buClr>
              <a:buSzPts val="1000"/>
              <a:buFont typeface="Sora"/>
              <a:buChar char="○"/>
              <a:defRPr sz="1000">
                <a:solidFill>
                  <a:schemeClr val="dk1"/>
                </a:solidFill>
              </a:defRPr>
            </a:lvl4pPr>
            <a:lvl5pPr indent="-292100" lvl="4" marL="2286000">
              <a:spcBef>
                <a:spcPts val="800"/>
              </a:spcBef>
              <a:spcAft>
                <a:spcPts val="0"/>
              </a:spcAft>
              <a:buClr>
                <a:schemeClr val="dk1"/>
              </a:buClr>
              <a:buSzPts val="1000"/>
              <a:buFont typeface="Sora"/>
              <a:buChar char="◆"/>
              <a:defRPr sz="1000">
                <a:solidFill>
                  <a:schemeClr val="dk1"/>
                </a:solidFill>
              </a:defRPr>
            </a:lvl5pPr>
            <a:lvl6pPr indent="-292100" lvl="5" marL="2743200">
              <a:spcBef>
                <a:spcPts val="800"/>
              </a:spcBef>
              <a:spcAft>
                <a:spcPts val="0"/>
              </a:spcAft>
              <a:buClr>
                <a:schemeClr val="dk1"/>
              </a:buClr>
              <a:buSzPts val="1000"/>
              <a:buFont typeface="Sora"/>
              <a:buChar char="●"/>
              <a:defRPr sz="1000">
                <a:solidFill>
                  <a:schemeClr val="dk1"/>
                </a:solidFill>
              </a:defRPr>
            </a:lvl6pPr>
            <a:lvl7pPr indent="-292100" lvl="6" marL="3200400">
              <a:spcBef>
                <a:spcPts val="800"/>
              </a:spcBef>
              <a:spcAft>
                <a:spcPts val="0"/>
              </a:spcAft>
              <a:buClr>
                <a:schemeClr val="dk1"/>
              </a:buClr>
              <a:buSzPts val="1000"/>
              <a:buFont typeface="Sora"/>
              <a:buChar char="○"/>
              <a:defRPr sz="1000">
                <a:solidFill>
                  <a:schemeClr val="dk1"/>
                </a:solidFill>
              </a:defRPr>
            </a:lvl7pPr>
            <a:lvl8pPr indent="-292100" lvl="7" marL="3657600">
              <a:spcBef>
                <a:spcPts val="800"/>
              </a:spcBef>
              <a:spcAft>
                <a:spcPts val="0"/>
              </a:spcAft>
              <a:buClr>
                <a:schemeClr val="dk1"/>
              </a:buClr>
              <a:buSzPts val="1000"/>
              <a:buFont typeface="Sora"/>
              <a:buChar char="◆"/>
              <a:defRPr sz="1000">
                <a:solidFill>
                  <a:schemeClr val="dk1"/>
                </a:solidFill>
              </a:defRPr>
            </a:lvl8pPr>
            <a:lvl9pPr indent="-292100" lvl="8" marL="4114800">
              <a:spcBef>
                <a:spcPts val="800"/>
              </a:spcBef>
              <a:spcAft>
                <a:spcPts val="800"/>
              </a:spcAft>
              <a:buClr>
                <a:schemeClr val="dk1"/>
              </a:buClr>
              <a:buSzPts val="1000"/>
              <a:buFont typeface="Sora"/>
              <a:buChar char="●"/>
              <a:defRPr sz="1000">
                <a:solidFill>
                  <a:schemeClr val="dk1"/>
                </a:solidFill>
              </a:defRPr>
            </a:lvl9pPr>
          </a:lstStyle>
          <a:p/>
        </p:txBody>
      </p:sp>
      <p:sp>
        <p:nvSpPr>
          <p:cNvPr id="354" name="Google Shape;354;p17"/>
          <p:cNvSpPr txBox="1"/>
          <p:nvPr>
            <p:ph idx="13"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5" name="Google Shape;355;p17"/>
          <p:cNvSpPr txBox="1"/>
          <p:nvPr>
            <p:ph idx="14"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6" name="Google Shape;356;p17"/>
          <p:cNvSpPr txBox="1"/>
          <p:nvPr>
            <p:ph idx="15"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7" name="Google Shape;357;p17"/>
          <p:cNvSpPr txBox="1"/>
          <p:nvPr>
            <p:ph idx="16"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8" name="Google Shape;358;p17"/>
          <p:cNvSpPr txBox="1"/>
          <p:nvPr>
            <p:ph idx="17"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9" name="Google Shape;359;p17"/>
          <p:cNvSpPr txBox="1"/>
          <p:nvPr>
            <p:ph idx="18"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60" name="Google Shape;360;p17"/>
          <p:cNvSpPr txBox="1"/>
          <p:nvPr>
            <p:ph idx="19"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61" name="Google Shape;361;p17"/>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two bodies">
  <p:cSld name="BLANK_1_1_1_1_1_1_1_1_1_1_3_2">
    <p:bg>
      <p:bgPr>
        <a:solidFill>
          <a:schemeClr val="lt1"/>
        </a:solidFill>
      </p:bgPr>
    </p:bg>
    <p:spTree>
      <p:nvGrpSpPr>
        <p:cNvPr id="362" name="Shape 362"/>
        <p:cNvGrpSpPr/>
        <p:nvPr/>
      </p:nvGrpSpPr>
      <p:grpSpPr>
        <a:xfrm>
          <a:off x="0" y="0"/>
          <a:ext cx="0" cy="0"/>
          <a:chOff x="0" y="0"/>
          <a:chExt cx="0" cy="0"/>
        </a:xfrm>
      </p:grpSpPr>
      <p:sp>
        <p:nvSpPr>
          <p:cNvPr id="363" name="Google Shape;363;p18"/>
          <p:cNvSpPr/>
          <p:nvPr/>
        </p:nvSpPr>
        <p:spPr>
          <a:xfrm flipH="1" rot="-5400000">
            <a:off x="1263236" y="2706539"/>
            <a:ext cx="1173845" cy="3700317"/>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4" name="Google Shape;364;p18"/>
          <p:cNvSpPr/>
          <p:nvPr/>
        </p:nvSpPr>
        <p:spPr>
          <a:xfrm flipH="1">
            <a:off x="228605" y="3621311"/>
            <a:ext cx="3534079" cy="1522191"/>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5" name="Google Shape;365;p18"/>
          <p:cNvSpPr/>
          <p:nvPr/>
        </p:nvSpPr>
        <p:spPr>
          <a:xfrm flipH="1">
            <a:off x="234700" y="1635550"/>
            <a:ext cx="3321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366" name="Google Shape;366;p18"/>
          <p:cNvGrpSpPr/>
          <p:nvPr/>
        </p:nvGrpSpPr>
        <p:grpSpPr>
          <a:xfrm flipH="1">
            <a:off x="7293000" y="0"/>
            <a:ext cx="1851000" cy="1225325"/>
            <a:chOff x="461225" y="3875100"/>
            <a:chExt cx="1851000" cy="1225325"/>
          </a:xfrm>
        </p:grpSpPr>
        <p:grpSp>
          <p:nvGrpSpPr>
            <p:cNvPr id="367" name="Google Shape;367;p18"/>
            <p:cNvGrpSpPr/>
            <p:nvPr/>
          </p:nvGrpSpPr>
          <p:grpSpPr>
            <a:xfrm>
              <a:off x="461225" y="3875100"/>
              <a:ext cx="1851000" cy="114600"/>
              <a:chOff x="461225" y="3504775"/>
              <a:chExt cx="1851000" cy="114600"/>
            </a:xfrm>
          </p:grpSpPr>
          <p:sp>
            <p:nvSpPr>
              <p:cNvPr id="368" name="Google Shape;368;p18"/>
              <p:cNvSpPr/>
              <p:nvPr/>
            </p:nvSpPr>
            <p:spPr>
              <a:xfrm>
                <a:off x="4612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69" name="Google Shape;369;p18"/>
              <p:cNvSpPr/>
              <p:nvPr/>
            </p:nvSpPr>
            <p:spPr>
              <a:xfrm>
                <a:off x="8314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0" name="Google Shape;370;p18"/>
              <p:cNvSpPr/>
              <p:nvPr/>
            </p:nvSpPr>
            <p:spPr>
              <a:xfrm>
                <a:off x="12016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1" name="Google Shape;371;p18"/>
              <p:cNvSpPr/>
              <p:nvPr/>
            </p:nvSpPr>
            <p:spPr>
              <a:xfrm>
                <a:off x="15718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2" name="Google Shape;372;p18"/>
              <p:cNvSpPr/>
              <p:nvPr/>
            </p:nvSpPr>
            <p:spPr>
              <a:xfrm>
                <a:off x="19420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73" name="Google Shape;373;p18"/>
            <p:cNvGrpSpPr/>
            <p:nvPr/>
          </p:nvGrpSpPr>
          <p:grpSpPr>
            <a:xfrm>
              <a:off x="461225" y="3989700"/>
              <a:ext cx="1480800" cy="1110725"/>
              <a:chOff x="461225" y="3249175"/>
              <a:chExt cx="1480800" cy="1110725"/>
            </a:xfrm>
          </p:grpSpPr>
          <p:sp>
            <p:nvSpPr>
              <p:cNvPr id="374" name="Google Shape;374;p18"/>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5" name="Google Shape;375;p1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6" name="Google Shape;376;p1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7" name="Google Shape;377;p18"/>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78" name="Google Shape;378;p18"/>
            <p:cNvGrpSpPr/>
            <p:nvPr/>
          </p:nvGrpSpPr>
          <p:grpSpPr>
            <a:xfrm>
              <a:off x="831425" y="4360025"/>
              <a:ext cx="1480800" cy="370200"/>
              <a:chOff x="831425" y="3249175"/>
              <a:chExt cx="1480800" cy="370200"/>
            </a:xfrm>
          </p:grpSpPr>
          <p:sp>
            <p:nvSpPr>
              <p:cNvPr id="379" name="Google Shape;379;p1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0" name="Google Shape;380;p1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1" name="Google Shape;381;p1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2" name="Google Shape;382;p1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83" name="Google Shape;383;p18"/>
          <p:cNvSpPr txBox="1"/>
          <p:nvPr>
            <p:ph type="title"/>
          </p:nvPr>
        </p:nvSpPr>
        <p:spPr>
          <a:xfrm>
            <a:off x="3822450" y="1287875"/>
            <a:ext cx="4295400" cy="277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384" name="Google Shape;384;p18"/>
          <p:cNvSpPr txBox="1"/>
          <p:nvPr>
            <p:ph idx="2" type="title"/>
          </p:nvPr>
        </p:nvSpPr>
        <p:spPr>
          <a:xfrm>
            <a:off x="85725" y="1287875"/>
            <a:ext cx="3347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385" name="Google Shape;385;p18"/>
          <p:cNvSpPr/>
          <p:nvPr>
            <p:ph idx="3" type="pic"/>
          </p:nvPr>
        </p:nvSpPr>
        <p:spPr>
          <a:xfrm>
            <a:off x="227225" y="1832375"/>
            <a:ext cx="821100" cy="785400"/>
          </a:xfrm>
          <a:prstGeom prst="rect">
            <a:avLst/>
          </a:prstGeom>
          <a:noFill/>
          <a:ln>
            <a:noFill/>
          </a:ln>
        </p:spPr>
      </p:sp>
      <p:sp>
        <p:nvSpPr>
          <p:cNvPr id="386" name="Google Shape;386;p18"/>
          <p:cNvSpPr/>
          <p:nvPr>
            <p:ph idx="4" type="pic"/>
          </p:nvPr>
        </p:nvSpPr>
        <p:spPr>
          <a:xfrm>
            <a:off x="227225" y="2672425"/>
            <a:ext cx="821100" cy="785400"/>
          </a:xfrm>
          <a:prstGeom prst="rect">
            <a:avLst/>
          </a:prstGeom>
          <a:noFill/>
          <a:ln>
            <a:noFill/>
          </a:ln>
        </p:spPr>
      </p:sp>
      <p:sp>
        <p:nvSpPr>
          <p:cNvPr id="387" name="Google Shape;387;p18"/>
          <p:cNvSpPr/>
          <p:nvPr>
            <p:ph idx="5" type="pic"/>
          </p:nvPr>
        </p:nvSpPr>
        <p:spPr>
          <a:xfrm>
            <a:off x="227225" y="3512475"/>
            <a:ext cx="821100" cy="785400"/>
          </a:xfrm>
          <a:prstGeom prst="rect">
            <a:avLst/>
          </a:prstGeom>
          <a:noFill/>
          <a:ln>
            <a:noFill/>
          </a:ln>
        </p:spPr>
      </p:sp>
      <p:sp>
        <p:nvSpPr>
          <p:cNvPr id="388" name="Google Shape;388;p18"/>
          <p:cNvSpPr txBox="1"/>
          <p:nvPr>
            <p:ph idx="6" type="title"/>
          </p:nvPr>
        </p:nvSpPr>
        <p:spPr>
          <a:xfrm>
            <a:off x="1048325" y="18323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89" name="Google Shape;389;p18"/>
          <p:cNvSpPr txBox="1"/>
          <p:nvPr>
            <p:ph idx="7" type="title"/>
          </p:nvPr>
        </p:nvSpPr>
        <p:spPr>
          <a:xfrm>
            <a:off x="1048325" y="267242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90" name="Google Shape;390;p18"/>
          <p:cNvSpPr txBox="1"/>
          <p:nvPr>
            <p:ph idx="8" type="title"/>
          </p:nvPr>
        </p:nvSpPr>
        <p:spPr>
          <a:xfrm>
            <a:off x="1048325" y="35124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91" name="Google Shape;391;p18"/>
          <p:cNvSpPr txBox="1"/>
          <p:nvPr>
            <p:ph idx="9" type="title"/>
          </p:nvPr>
        </p:nvSpPr>
        <p:spPr>
          <a:xfrm>
            <a:off x="3820750" y="1711525"/>
            <a:ext cx="1800000" cy="1522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1pPr>
            <a:lvl2pPr lvl="1">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2pPr>
            <a:lvl3pPr lvl="2">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3pPr>
            <a:lvl4pPr lvl="3">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4pPr>
            <a:lvl5pPr lvl="4">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5pPr>
            <a:lvl6pPr lvl="5">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6pPr>
            <a:lvl7pPr lvl="6">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7pPr>
            <a:lvl8pPr lvl="7">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8pPr>
            <a:lvl9pPr lvl="8">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9pPr>
          </a:lstStyle>
          <a:p/>
        </p:txBody>
      </p:sp>
      <p:sp>
        <p:nvSpPr>
          <p:cNvPr id="392" name="Google Shape;392;p18"/>
          <p:cNvSpPr txBox="1"/>
          <p:nvPr>
            <p:ph idx="13" type="title"/>
          </p:nvPr>
        </p:nvSpPr>
        <p:spPr>
          <a:xfrm>
            <a:off x="7107575" y="1711450"/>
            <a:ext cx="8742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393" name="Google Shape;393;p18"/>
          <p:cNvSpPr txBox="1"/>
          <p:nvPr>
            <p:ph idx="14" type="title"/>
          </p:nvPr>
        </p:nvSpPr>
        <p:spPr>
          <a:xfrm>
            <a:off x="5518325" y="1711575"/>
            <a:ext cx="13221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394" name="Google Shape;394;p18"/>
          <p:cNvSpPr txBox="1"/>
          <p:nvPr>
            <p:ph idx="1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95" name="Google Shape;395;p18"/>
          <p:cNvSpPr txBox="1"/>
          <p:nvPr>
            <p:ph idx="16" type="title"/>
          </p:nvPr>
        </p:nvSpPr>
        <p:spPr>
          <a:xfrm>
            <a:off x="93381" y="502775"/>
            <a:ext cx="7178100" cy="7851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396" name="Google Shape;396;p18"/>
          <p:cNvSpPr txBox="1"/>
          <p:nvPr>
            <p:ph idx="1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Project Roadmap">
  <p:cSld name="BLANK_1_1_1_1_1_1_1_1_1_1_3_1">
    <p:bg>
      <p:bgPr>
        <a:solidFill>
          <a:schemeClr val="lt1"/>
        </a:solidFill>
      </p:bgPr>
    </p:bg>
    <p:spTree>
      <p:nvGrpSpPr>
        <p:cNvPr id="397" name="Shape 397"/>
        <p:cNvGrpSpPr/>
        <p:nvPr/>
      </p:nvGrpSpPr>
      <p:grpSpPr>
        <a:xfrm>
          <a:off x="0" y="0"/>
          <a:ext cx="0" cy="0"/>
          <a:chOff x="0" y="0"/>
          <a:chExt cx="0" cy="0"/>
        </a:xfrm>
      </p:grpSpPr>
      <p:sp>
        <p:nvSpPr>
          <p:cNvPr id="398" name="Google Shape;398;p19"/>
          <p:cNvSpPr txBox="1"/>
          <p:nvPr>
            <p:ph type="title"/>
          </p:nvPr>
        </p:nvSpPr>
        <p:spPr>
          <a:xfrm>
            <a:off x="134550" y="1339350"/>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399" name="Google Shape;399;p19"/>
          <p:cNvSpPr txBox="1"/>
          <p:nvPr>
            <p:ph idx="2" type="title"/>
          </p:nvPr>
        </p:nvSpPr>
        <p:spPr>
          <a:xfrm>
            <a:off x="132615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0" name="Google Shape;400;p19"/>
          <p:cNvSpPr txBox="1"/>
          <p:nvPr>
            <p:ph idx="3" type="title"/>
          </p:nvPr>
        </p:nvSpPr>
        <p:spPr>
          <a:xfrm>
            <a:off x="3877025"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1" name="Google Shape;401;p19"/>
          <p:cNvSpPr txBox="1"/>
          <p:nvPr>
            <p:ph idx="4" type="title"/>
          </p:nvPr>
        </p:nvSpPr>
        <p:spPr>
          <a:xfrm>
            <a:off x="629170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2" name="Google Shape;402;p19"/>
          <p:cNvSpPr txBox="1"/>
          <p:nvPr>
            <p:ph idx="5" type="title"/>
          </p:nvPr>
        </p:nvSpPr>
        <p:spPr>
          <a:xfrm>
            <a:off x="134550" y="254522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03" name="Google Shape;403;p19"/>
          <p:cNvSpPr txBox="1"/>
          <p:nvPr>
            <p:ph idx="6" type="title"/>
          </p:nvPr>
        </p:nvSpPr>
        <p:spPr>
          <a:xfrm>
            <a:off x="134550" y="370397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04" name="Google Shape;404;p19"/>
          <p:cNvSpPr txBox="1"/>
          <p:nvPr>
            <p:ph idx="7" type="title"/>
          </p:nvPr>
        </p:nvSpPr>
        <p:spPr>
          <a:xfrm>
            <a:off x="3877025"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05" name="Google Shape;405;p19"/>
          <p:cNvSpPr txBox="1"/>
          <p:nvPr>
            <p:ph idx="8" type="title"/>
          </p:nvPr>
        </p:nvSpPr>
        <p:spPr>
          <a:xfrm>
            <a:off x="3877025"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06" name="Google Shape;406;p19"/>
          <p:cNvSpPr txBox="1"/>
          <p:nvPr>
            <p:ph idx="9" type="title"/>
          </p:nvPr>
        </p:nvSpPr>
        <p:spPr>
          <a:xfrm>
            <a:off x="3877025"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07" name="Google Shape;407;p19"/>
          <p:cNvSpPr txBox="1"/>
          <p:nvPr>
            <p:ph idx="13" type="title"/>
          </p:nvPr>
        </p:nvSpPr>
        <p:spPr>
          <a:xfrm>
            <a:off x="6427900"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08" name="Google Shape;408;p19"/>
          <p:cNvSpPr txBox="1"/>
          <p:nvPr>
            <p:ph idx="14" type="title"/>
          </p:nvPr>
        </p:nvSpPr>
        <p:spPr>
          <a:xfrm>
            <a:off x="6427900"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09" name="Google Shape;409;p19"/>
          <p:cNvSpPr txBox="1"/>
          <p:nvPr>
            <p:ph idx="15" type="title"/>
          </p:nvPr>
        </p:nvSpPr>
        <p:spPr>
          <a:xfrm>
            <a:off x="6427900"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10" name="Google Shape;410;p19"/>
          <p:cNvSpPr txBox="1"/>
          <p:nvPr>
            <p:ph idx="16" type="title"/>
          </p:nvPr>
        </p:nvSpPr>
        <p:spPr>
          <a:xfrm>
            <a:off x="1326150" y="1339350"/>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1" name="Google Shape;411;p19"/>
          <p:cNvSpPr txBox="1"/>
          <p:nvPr>
            <p:ph idx="17" type="title"/>
          </p:nvPr>
        </p:nvSpPr>
        <p:spPr>
          <a:xfrm>
            <a:off x="1326150" y="2545213"/>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2" name="Google Shape;412;p19"/>
          <p:cNvSpPr txBox="1"/>
          <p:nvPr>
            <p:ph idx="18" type="title"/>
          </p:nvPr>
        </p:nvSpPr>
        <p:spPr>
          <a:xfrm>
            <a:off x="1326150" y="3703969"/>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3" name="Google Shape;413;p19"/>
          <p:cNvSpPr txBox="1"/>
          <p:nvPr>
            <p:ph idx="1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414" name="Google Shape;414;p19"/>
          <p:cNvSpPr txBox="1"/>
          <p:nvPr>
            <p:ph idx="20"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415" name="Google Shape;415;p19"/>
          <p:cNvSpPr txBox="1"/>
          <p:nvPr>
            <p:ph idx="21"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BLANK_1_1_1_1_1_1_1_1_1_1_2">
    <p:spTree>
      <p:nvGrpSpPr>
        <p:cNvPr id="416" name="Shape 416"/>
        <p:cNvGrpSpPr/>
        <p:nvPr/>
      </p:nvGrpSpPr>
      <p:grpSpPr>
        <a:xfrm>
          <a:off x="0" y="0"/>
          <a:ext cx="0" cy="0"/>
          <a:chOff x="0" y="0"/>
          <a:chExt cx="0" cy="0"/>
        </a:xfrm>
      </p:grpSpPr>
      <p:sp>
        <p:nvSpPr>
          <p:cNvPr id="417" name="Google Shape;417;p20"/>
          <p:cNvSpPr/>
          <p:nvPr/>
        </p:nvSpPr>
        <p:spPr>
          <a:xfrm>
            <a:off x="8210550" y="-7150"/>
            <a:ext cx="945375" cy="1453000"/>
          </a:xfrm>
          <a:custGeom>
            <a:rect b="b" l="l" r="r" t="t"/>
            <a:pathLst>
              <a:path extrusionOk="0" h="58120" w="37815">
                <a:moveTo>
                  <a:pt x="0" y="35846"/>
                </a:moveTo>
                <a:lnTo>
                  <a:pt x="37815" y="58120"/>
                </a:lnTo>
                <a:lnTo>
                  <a:pt x="37589" y="0"/>
                </a:lnTo>
                <a:lnTo>
                  <a:pt x="2413" y="32"/>
                </a:lnTo>
                <a:close/>
              </a:path>
            </a:pathLst>
          </a:custGeom>
          <a:solidFill>
            <a:schemeClr val="lt1"/>
          </a:solidFill>
          <a:ln>
            <a:noFill/>
          </a:ln>
        </p:spPr>
      </p:sp>
      <p:sp>
        <p:nvSpPr>
          <p:cNvPr id="418" name="Google Shape;418;p20"/>
          <p:cNvSpPr/>
          <p:nvPr/>
        </p:nvSpPr>
        <p:spPr>
          <a:xfrm>
            <a:off x="4614025" y="-6850"/>
            <a:ext cx="3659250" cy="1404775"/>
          </a:xfrm>
          <a:custGeom>
            <a:rect b="b" l="l" r="r" t="t"/>
            <a:pathLst>
              <a:path extrusionOk="0" h="56191" w="146370">
                <a:moveTo>
                  <a:pt x="5482" y="0"/>
                </a:moveTo>
                <a:lnTo>
                  <a:pt x="0" y="56191"/>
                </a:lnTo>
                <a:lnTo>
                  <a:pt x="144451" y="35907"/>
                </a:lnTo>
                <a:lnTo>
                  <a:pt x="146370" y="274"/>
                </a:lnTo>
                <a:close/>
              </a:path>
            </a:pathLst>
          </a:custGeom>
          <a:gradFill>
            <a:gsLst>
              <a:gs pos="0">
                <a:schemeClr val="accent3"/>
              </a:gs>
              <a:gs pos="35000">
                <a:schemeClr val="accent3"/>
              </a:gs>
              <a:gs pos="100000">
                <a:schemeClr val="accent1"/>
              </a:gs>
            </a:gsLst>
            <a:lin ang="8099331" scaled="0"/>
          </a:gradFill>
          <a:ln>
            <a:noFill/>
          </a:ln>
        </p:spPr>
      </p:sp>
      <p:sp>
        <p:nvSpPr>
          <p:cNvPr id="419" name="Google Shape;419;p20"/>
          <p:cNvSpPr txBox="1"/>
          <p:nvPr>
            <p:ph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20" name="Google Shape;420;p20"/>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21" name="Google Shape;421;p20"/>
          <p:cNvSpPr txBox="1"/>
          <p:nvPr>
            <p:ph idx="3" type="title"/>
          </p:nvPr>
        </p:nvSpPr>
        <p:spPr>
          <a:xfrm>
            <a:off x="21179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2" name="Google Shape;422;p20"/>
          <p:cNvSpPr txBox="1"/>
          <p:nvPr>
            <p:ph idx="4" type="title"/>
          </p:nvPr>
        </p:nvSpPr>
        <p:spPr>
          <a:xfrm>
            <a:off x="398730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3" name="Google Shape;423;p20"/>
          <p:cNvSpPr txBox="1"/>
          <p:nvPr>
            <p:ph idx="5" type="title"/>
          </p:nvPr>
        </p:nvSpPr>
        <p:spPr>
          <a:xfrm>
            <a:off x="3890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4" name="Google Shape;424;p20"/>
          <p:cNvSpPr txBox="1"/>
          <p:nvPr>
            <p:ph idx="6" type="title"/>
          </p:nvPr>
        </p:nvSpPr>
        <p:spPr>
          <a:xfrm>
            <a:off x="5858938"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5" name="Google Shape;425;p20"/>
          <p:cNvSpPr txBox="1"/>
          <p:nvPr>
            <p:ph idx="7" type="title"/>
          </p:nvPr>
        </p:nvSpPr>
        <p:spPr>
          <a:xfrm>
            <a:off x="7730563" y="1797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6" name="Google Shape;426;p20"/>
          <p:cNvSpPr txBox="1"/>
          <p:nvPr>
            <p:ph idx="1" type="body"/>
          </p:nvPr>
        </p:nvSpPr>
        <p:spPr>
          <a:xfrm>
            <a:off x="148300"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7" name="Google Shape;427;p20"/>
          <p:cNvSpPr txBox="1"/>
          <p:nvPr>
            <p:ph idx="8" type="body"/>
          </p:nvPr>
        </p:nvSpPr>
        <p:spPr>
          <a:xfrm>
            <a:off x="3601450" y="2960850"/>
            <a:ext cx="15795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8" name="Google Shape;428;p20"/>
          <p:cNvSpPr txBox="1"/>
          <p:nvPr>
            <p:ph idx="9" type="body"/>
          </p:nvPr>
        </p:nvSpPr>
        <p:spPr>
          <a:xfrm>
            <a:off x="5565675" y="2960850"/>
            <a:ext cx="14877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9" name="Google Shape;429;p20"/>
          <p:cNvSpPr txBox="1"/>
          <p:nvPr>
            <p:ph idx="13" type="body"/>
          </p:nvPr>
        </p:nvSpPr>
        <p:spPr>
          <a:xfrm>
            <a:off x="7346300" y="3194850"/>
            <a:ext cx="1649400" cy="14397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1pPr>
            <a:lvl2pPr indent="-292100" lvl="1" marL="914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2pPr>
            <a:lvl3pPr indent="-292100" lvl="2" marL="1371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3pPr>
            <a:lvl4pPr indent="-292100" lvl="3" marL="1828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4pPr>
            <a:lvl5pPr indent="-292100" lvl="4" marL="22860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5pPr>
            <a:lvl6pPr indent="-292100" lvl="5" marL="2743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6pPr>
            <a:lvl7pPr indent="-292100" lvl="6" marL="3200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7pPr>
            <a:lvl8pPr indent="-292100" lvl="7" marL="3657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8pPr>
            <a:lvl9pPr indent="-292100" lvl="8" marL="4114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9pPr>
          </a:lstStyle>
          <a:p/>
        </p:txBody>
      </p:sp>
      <p:sp>
        <p:nvSpPr>
          <p:cNvPr id="430" name="Google Shape;430;p20"/>
          <p:cNvSpPr txBox="1"/>
          <p:nvPr>
            <p:ph idx="14" type="body"/>
          </p:nvPr>
        </p:nvSpPr>
        <p:spPr>
          <a:xfrm>
            <a:off x="1842125"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31" name="Google Shape;431;p20"/>
          <p:cNvSpPr txBox="1"/>
          <p:nvPr>
            <p:ph idx="1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1_1_1_1_1_1_2_1">
    <p:spTree>
      <p:nvGrpSpPr>
        <p:cNvPr id="432" name="Shape 432"/>
        <p:cNvGrpSpPr/>
        <p:nvPr/>
      </p:nvGrpSpPr>
      <p:grpSpPr>
        <a:xfrm>
          <a:off x="0" y="0"/>
          <a:ext cx="0" cy="0"/>
          <a:chOff x="0" y="0"/>
          <a:chExt cx="0" cy="0"/>
        </a:xfrm>
      </p:grpSpPr>
      <p:grpSp>
        <p:nvGrpSpPr>
          <p:cNvPr id="433" name="Google Shape;433;p21"/>
          <p:cNvGrpSpPr/>
          <p:nvPr/>
        </p:nvGrpSpPr>
        <p:grpSpPr>
          <a:xfrm flipH="1">
            <a:off x="3199575" y="156175"/>
            <a:ext cx="1851000" cy="1225325"/>
            <a:chOff x="461225" y="3875100"/>
            <a:chExt cx="1851000" cy="1225325"/>
          </a:xfrm>
        </p:grpSpPr>
        <p:grpSp>
          <p:nvGrpSpPr>
            <p:cNvPr id="434" name="Google Shape;434;p21"/>
            <p:cNvGrpSpPr/>
            <p:nvPr/>
          </p:nvGrpSpPr>
          <p:grpSpPr>
            <a:xfrm>
              <a:off x="461225" y="3875100"/>
              <a:ext cx="1851000" cy="114600"/>
              <a:chOff x="461225" y="3504775"/>
              <a:chExt cx="1851000" cy="114600"/>
            </a:xfrm>
          </p:grpSpPr>
          <p:sp>
            <p:nvSpPr>
              <p:cNvPr id="435" name="Google Shape;435;p21"/>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6" name="Google Shape;436;p21"/>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7" name="Google Shape;437;p21"/>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8" name="Google Shape;438;p21"/>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9" name="Google Shape;439;p21"/>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40" name="Google Shape;440;p21"/>
            <p:cNvGrpSpPr/>
            <p:nvPr/>
          </p:nvGrpSpPr>
          <p:grpSpPr>
            <a:xfrm>
              <a:off x="461225" y="3989700"/>
              <a:ext cx="1480800" cy="1110725"/>
              <a:chOff x="461225" y="3249175"/>
              <a:chExt cx="1480800" cy="1110725"/>
            </a:xfrm>
          </p:grpSpPr>
          <p:sp>
            <p:nvSpPr>
              <p:cNvPr id="441" name="Google Shape;441;p21"/>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2" name="Google Shape;442;p21"/>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3" name="Google Shape;443;p21"/>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4" name="Google Shape;444;p21"/>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45" name="Google Shape;445;p21"/>
            <p:cNvGrpSpPr/>
            <p:nvPr/>
          </p:nvGrpSpPr>
          <p:grpSpPr>
            <a:xfrm>
              <a:off x="831425" y="4360025"/>
              <a:ext cx="1480800" cy="370200"/>
              <a:chOff x="831425" y="3249175"/>
              <a:chExt cx="1480800" cy="370200"/>
            </a:xfrm>
          </p:grpSpPr>
          <p:sp>
            <p:nvSpPr>
              <p:cNvPr id="446" name="Google Shape;446;p21"/>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7" name="Google Shape;447;p21"/>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8" name="Google Shape;448;p21"/>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9" name="Google Shape;449;p21"/>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50" name="Google Shape;450;p21"/>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51" name="Google Shape;451;p21"/>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lt1"/>
              </a:solidFill>
              <a:latin typeface="Sora"/>
              <a:ea typeface="Sora"/>
              <a:cs typeface="Sora"/>
              <a:sym typeface="Sora"/>
            </a:endParaRPr>
          </a:p>
        </p:txBody>
      </p:sp>
      <p:sp>
        <p:nvSpPr>
          <p:cNvPr id="452" name="Google Shape;452;p21"/>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53" name="Google Shape;453;p21"/>
          <p:cNvSpPr txBox="1"/>
          <p:nvPr>
            <p:ph idx="2"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54" name="Google Shape;454;p21"/>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455" name="Google Shape;455;p21"/>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2"/>
              </a:gs>
              <a:gs pos="21000">
                <a:schemeClr val="lt2"/>
              </a:gs>
              <a:gs pos="49000">
                <a:schemeClr val="accent1"/>
              </a:gs>
              <a:gs pos="75000">
                <a:schemeClr val="accent3"/>
              </a:gs>
              <a:gs pos="100000">
                <a:schemeClr val="accent4"/>
              </a:gs>
            </a:gsLst>
            <a:lin ang="0" scaled="0"/>
          </a:gradFill>
          <a:ln>
            <a:noFill/>
          </a:ln>
          <a:effectLst>
            <a:outerShdw blurRad="314325" rotWithShape="0" algn="bl" dir="5400000" dist="28575">
              <a:schemeClr val="accent4">
                <a:alpha val="24000"/>
              </a:schemeClr>
            </a:outerShdw>
          </a:effectLst>
        </p:spPr>
      </p:sp>
      <p:sp>
        <p:nvSpPr>
          <p:cNvPr id="456" name="Google Shape;456;p21"/>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BLANK_1_1_1_1_1_1_1_1_1_1_2_1_1">
    <p:spTree>
      <p:nvGrpSpPr>
        <p:cNvPr id="457" name="Shape 457"/>
        <p:cNvGrpSpPr/>
        <p:nvPr/>
      </p:nvGrpSpPr>
      <p:grpSpPr>
        <a:xfrm>
          <a:off x="0" y="0"/>
          <a:ext cx="0" cy="0"/>
          <a:chOff x="0" y="0"/>
          <a:chExt cx="0" cy="0"/>
        </a:xfrm>
      </p:grpSpPr>
      <p:grpSp>
        <p:nvGrpSpPr>
          <p:cNvPr id="458" name="Google Shape;458;p22"/>
          <p:cNvGrpSpPr/>
          <p:nvPr/>
        </p:nvGrpSpPr>
        <p:grpSpPr>
          <a:xfrm flipH="1">
            <a:off x="3199575" y="156175"/>
            <a:ext cx="1851000" cy="1225325"/>
            <a:chOff x="461225" y="3875100"/>
            <a:chExt cx="1851000" cy="1225325"/>
          </a:xfrm>
        </p:grpSpPr>
        <p:grpSp>
          <p:nvGrpSpPr>
            <p:cNvPr id="459" name="Google Shape;459;p22"/>
            <p:cNvGrpSpPr/>
            <p:nvPr/>
          </p:nvGrpSpPr>
          <p:grpSpPr>
            <a:xfrm>
              <a:off x="461225" y="3875100"/>
              <a:ext cx="1851000" cy="114600"/>
              <a:chOff x="461225" y="3504775"/>
              <a:chExt cx="1851000" cy="114600"/>
            </a:xfrm>
          </p:grpSpPr>
          <p:sp>
            <p:nvSpPr>
              <p:cNvPr id="460" name="Google Shape;460;p22"/>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1" name="Google Shape;461;p22"/>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2" name="Google Shape;462;p22"/>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3" name="Google Shape;463;p22"/>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4" name="Google Shape;464;p22"/>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65" name="Google Shape;465;p22"/>
            <p:cNvGrpSpPr/>
            <p:nvPr/>
          </p:nvGrpSpPr>
          <p:grpSpPr>
            <a:xfrm>
              <a:off x="461225" y="3989700"/>
              <a:ext cx="1480800" cy="1110725"/>
              <a:chOff x="461225" y="3249175"/>
              <a:chExt cx="1480800" cy="1110725"/>
            </a:xfrm>
          </p:grpSpPr>
          <p:sp>
            <p:nvSpPr>
              <p:cNvPr id="466" name="Google Shape;466;p22"/>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7" name="Google Shape;467;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8" name="Google Shape;468;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9" name="Google Shape;469;p22"/>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70" name="Google Shape;470;p22"/>
            <p:cNvGrpSpPr/>
            <p:nvPr/>
          </p:nvGrpSpPr>
          <p:grpSpPr>
            <a:xfrm>
              <a:off x="831425" y="4360025"/>
              <a:ext cx="1480800" cy="370200"/>
              <a:chOff x="831425" y="3249175"/>
              <a:chExt cx="1480800" cy="370200"/>
            </a:xfrm>
          </p:grpSpPr>
          <p:sp>
            <p:nvSpPr>
              <p:cNvPr id="471" name="Google Shape;471;p22"/>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2" name="Google Shape;472;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3" name="Google Shape;473;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4" name="Google Shape;474;p22"/>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75" name="Google Shape;475;p22"/>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76" name="Google Shape;476;p22"/>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77" name="Google Shape;477;p22"/>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478" name="Google Shape;478;p22"/>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1"/>
              </a:gs>
              <a:gs pos="11000">
                <a:schemeClr val="accent1"/>
              </a:gs>
              <a:gs pos="26000">
                <a:schemeClr val="accent3"/>
              </a:gs>
              <a:gs pos="63000">
                <a:schemeClr val="accent4"/>
              </a:gs>
              <a:gs pos="100000">
                <a:schemeClr val="accent4"/>
              </a:gs>
            </a:gsLst>
            <a:lin ang="8100019" scaled="0"/>
          </a:gradFill>
          <a:ln>
            <a:noFill/>
          </a:ln>
          <a:effectLst>
            <a:outerShdw blurRad="314325" rotWithShape="0" algn="bl" dir="5400000" dist="28575">
              <a:schemeClr val="accent4">
                <a:alpha val="24000"/>
              </a:schemeClr>
            </a:outerShdw>
          </a:effectLst>
        </p:spPr>
      </p:sp>
      <p:cxnSp>
        <p:nvCxnSpPr>
          <p:cNvPr id="479" name="Google Shape;479;p22"/>
          <p:cNvCxnSpPr/>
          <p:nvPr/>
        </p:nvCxnSpPr>
        <p:spPr>
          <a:xfrm rot="10800000">
            <a:off x="605578" y="17941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480" name="Google Shape;480;p22"/>
          <p:cNvCxnSpPr/>
          <p:nvPr/>
        </p:nvCxnSpPr>
        <p:spPr>
          <a:xfrm rot="10800000">
            <a:off x="605578" y="27319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481" name="Google Shape;481;p22"/>
          <p:cNvCxnSpPr/>
          <p:nvPr/>
        </p:nvCxnSpPr>
        <p:spPr>
          <a:xfrm rot="10800000">
            <a:off x="606300" y="3669725"/>
            <a:ext cx="8537700" cy="0"/>
          </a:xfrm>
          <a:prstGeom prst="straightConnector1">
            <a:avLst/>
          </a:prstGeom>
          <a:noFill/>
          <a:ln cap="flat" cmpd="sng" w="19050">
            <a:solidFill>
              <a:schemeClr val="dk1"/>
            </a:solidFill>
            <a:prstDash val="solid"/>
            <a:round/>
            <a:headEnd len="med" w="med" type="none"/>
            <a:tailEnd len="med" w="med" type="none"/>
          </a:ln>
        </p:spPr>
      </p:cxnSp>
      <p:sp>
        <p:nvSpPr>
          <p:cNvPr id="482" name="Google Shape;482;p22"/>
          <p:cNvSpPr txBox="1"/>
          <p:nvPr>
            <p:ph idx="1" type="body"/>
          </p:nvPr>
        </p:nvSpPr>
        <p:spPr>
          <a:xfrm>
            <a:off x="5788075" y="1906850"/>
            <a:ext cx="3021300" cy="8250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3" name="Google Shape;483;p22"/>
          <p:cNvSpPr txBox="1"/>
          <p:nvPr>
            <p:ph type="title"/>
          </p:nvPr>
        </p:nvSpPr>
        <p:spPr>
          <a:xfrm>
            <a:off x="2134625" y="2853988"/>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4" name="Google Shape;484;p22"/>
          <p:cNvSpPr txBox="1"/>
          <p:nvPr>
            <p:ph idx="2" type="body"/>
          </p:nvPr>
        </p:nvSpPr>
        <p:spPr>
          <a:xfrm>
            <a:off x="5788075" y="2855650"/>
            <a:ext cx="3021300" cy="8142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5" name="Google Shape;485;p22"/>
          <p:cNvSpPr txBox="1"/>
          <p:nvPr>
            <p:ph idx="3" type="title"/>
          </p:nvPr>
        </p:nvSpPr>
        <p:spPr>
          <a:xfrm>
            <a:off x="525175" y="2853988"/>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6" name="Google Shape;486;p22"/>
          <p:cNvSpPr txBox="1"/>
          <p:nvPr>
            <p:ph idx="4" type="title"/>
          </p:nvPr>
        </p:nvSpPr>
        <p:spPr>
          <a:xfrm>
            <a:off x="2134625" y="379347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7" name="Google Shape;487;p22"/>
          <p:cNvSpPr txBox="1"/>
          <p:nvPr>
            <p:ph idx="5" type="body"/>
          </p:nvPr>
        </p:nvSpPr>
        <p:spPr>
          <a:xfrm>
            <a:off x="5788075" y="3793450"/>
            <a:ext cx="3021300" cy="8361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8" name="Google Shape;488;p22"/>
          <p:cNvSpPr txBox="1"/>
          <p:nvPr>
            <p:ph idx="6" type="title"/>
          </p:nvPr>
        </p:nvSpPr>
        <p:spPr>
          <a:xfrm>
            <a:off x="525175" y="379347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9" name="Google Shape;489;p22"/>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90" name="Google Shape;490;p22"/>
          <p:cNvSpPr txBox="1"/>
          <p:nvPr>
            <p:ph idx="8" type="title"/>
          </p:nvPr>
        </p:nvSpPr>
        <p:spPr>
          <a:xfrm>
            <a:off x="2134625" y="191452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91" name="Google Shape;491;p22"/>
          <p:cNvSpPr txBox="1"/>
          <p:nvPr>
            <p:ph idx="9" type="title"/>
          </p:nvPr>
        </p:nvSpPr>
        <p:spPr>
          <a:xfrm>
            <a:off x="525175" y="191452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92" name="Google Shape;492;p22"/>
          <p:cNvSpPr txBox="1"/>
          <p:nvPr>
            <p:ph idx="13"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93" name="Google Shape;493;p22"/>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spTree>
      <p:nvGrpSpPr>
        <p:cNvPr id="494" name="Shape 494"/>
        <p:cNvGrpSpPr/>
        <p:nvPr/>
      </p:nvGrpSpPr>
      <p:grpSpPr>
        <a:xfrm>
          <a:off x="0" y="0"/>
          <a:ext cx="0" cy="0"/>
          <a:chOff x="0" y="0"/>
          <a:chExt cx="0" cy="0"/>
        </a:xfrm>
      </p:grpSpPr>
      <p:grpSp>
        <p:nvGrpSpPr>
          <p:cNvPr id="495" name="Google Shape;495;p23"/>
          <p:cNvGrpSpPr/>
          <p:nvPr/>
        </p:nvGrpSpPr>
        <p:grpSpPr>
          <a:xfrm>
            <a:off x="115026" y="364"/>
            <a:ext cx="5125634" cy="5143564"/>
            <a:chOff x="312900" y="2788524"/>
            <a:chExt cx="2221197" cy="1994480"/>
          </a:xfrm>
        </p:grpSpPr>
        <p:grpSp>
          <p:nvGrpSpPr>
            <p:cNvPr id="496" name="Google Shape;496;p23"/>
            <p:cNvGrpSpPr/>
            <p:nvPr/>
          </p:nvGrpSpPr>
          <p:grpSpPr>
            <a:xfrm>
              <a:off x="312900" y="2788524"/>
              <a:ext cx="1851000" cy="1994480"/>
              <a:chOff x="461225" y="3244074"/>
              <a:chExt cx="1851000" cy="1994480"/>
            </a:xfrm>
          </p:grpSpPr>
          <p:grpSp>
            <p:nvGrpSpPr>
              <p:cNvPr id="497" name="Google Shape;497;p23"/>
              <p:cNvGrpSpPr/>
              <p:nvPr/>
            </p:nvGrpSpPr>
            <p:grpSpPr>
              <a:xfrm>
                <a:off x="461229" y="3244074"/>
                <a:ext cx="1850992" cy="1994480"/>
                <a:chOff x="461229" y="3244074"/>
                <a:chExt cx="1850992" cy="1994480"/>
              </a:xfrm>
            </p:grpSpPr>
            <p:sp>
              <p:nvSpPr>
                <p:cNvPr id="498" name="Google Shape;498;p23"/>
                <p:cNvSpPr/>
                <p:nvPr/>
              </p:nvSpPr>
              <p:spPr>
                <a:xfrm>
                  <a:off x="461229" y="324407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9" name="Google Shape;499;p23"/>
                <p:cNvSpPr/>
                <p:nvPr/>
              </p:nvSpPr>
              <p:spPr>
                <a:xfrm>
                  <a:off x="831430" y="5100554"/>
                  <a:ext cx="370200" cy="138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0" name="Google Shape;500;p23"/>
                <p:cNvSpPr/>
                <p:nvPr/>
              </p:nvSpPr>
              <p:spPr>
                <a:xfrm>
                  <a:off x="12016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1" name="Google Shape;501;p23"/>
                <p:cNvSpPr/>
                <p:nvPr/>
              </p:nvSpPr>
              <p:spPr>
                <a:xfrm>
                  <a:off x="15718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2" name="Google Shape;502;p23"/>
                <p:cNvSpPr/>
                <p:nvPr/>
              </p:nvSpPr>
              <p:spPr>
                <a:xfrm>
                  <a:off x="1942021"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03" name="Google Shape;503;p23"/>
              <p:cNvGrpSpPr/>
              <p:nvPr/>
            </p:nvGrpSpPr>
            <p:grpSpPr>
              <a:xfrm>
                <a:off x="461225" y="3619500"/>
                <a:ext cx="1851000" cy="370200"/>
                <a:chOff x="461225" y="3249175"/>
                <a:chExt cx="1851000" cy="370200"/>
              </a:xfrm>
            </p:grpSpPr>
            <p:sp>
              <p:nvSpPr>
                <p:cNvPr id="504" name="Google Shape;504;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5" name="Google Shape;505;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6" name="Google Shape;506;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7" name="Google Shape;507;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8" name="Google Shape;508;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09" name="Google Shape;509;p23"/>
              <p:cNvGrpSpPr/>
              <p:nvPr/>
            </p:nvGrpSpPr>
            <p:grpSpPr>
              <a:xfrm>
                <a:off x="461225" y="3989700"/>
                <a:ext cx="1851000" cy="1110726"/>
                <a:chOff x="461225" y="3249175"/>
                <a:chExt cx="1851000" cy="1110726"/>
              </a:xfrm>
            </p:grpSpPr>
            <p:sp>
              <p:nvSpPr>
                <p:cNvPr id="510" name="Google Shape;510;p23"/>
                <p:cNvSpPr/>
                <p:nvPr/>
              </p:nvSpPr>
              <p:spPr>
                <a:xfrm>
                  <a:off x="461225" y="3989701"/>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1" name="Google Shape;511;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2" name="Google Shape;512;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3" name="Google Shape;513;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4" name="Google Shape;514;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15" name="Google Shape;515;p23"/>
              <p:cNvGrpSpPr/>
              <p:nvPr/>
            </p:nvGrpSpPr>
            <p:grpSpPr>
              <a:xfrm>
                <a:off x="461225" y="4360025"/>
                <a:ext cx="1851000" cy="370200"/>
                <a:chOff x="461225" y="3249175"/>
                <a:chExt cx="1851000" cy="370200"/>
              </a:xfrm>
            </p:grpSpPr>
            <p:sp>
              <p:nvSpPr>
                <p:cNvPr id="516" name="Google Shape;516;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7" name="Google Shape;517;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8" name="Google Shape;518;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9" name="Google Shape;519;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20" name="Google Shape;520;p23"/>
            <p:cNvSpPr/>
            <p:nvPr/>
          </p:nvSpPr>
          <p:spPr>
            <a:xfrm>
              <a:off x="2163897" y="278852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21" name="Google Shape;521;p23"/>
          <p:cNvGrpSpPr/>
          <p:nvPr/>
        </p:nvGrpSpPr>
        <p:grpSpPr>
          <a:xfrm flipH="1" rot="5400000">
            <a:off x="7145338" y="3274875"/>
            <a:ext cx="2221200" cy="1481050"/>
            <a:chOff x="312900" y="2793625"/>
            <a:chExt cx="2221200" cy="1481050"/>
          </a:xfrm>
        </p:grpSpPr>
        <p:grpSp>
          <p:nvGrpSpPr>
            <p:cNvPr id="522" name="Google Shape;522;p23"/>
            <p:cNvGrpSpPr/>
            <p:nvPr/>
          </p:nvGrpSpPr>
          <p:grpSpPr>
            <a:xfrm>
              <a:off x="312900" y="2793625"/>
              <a:ext cx="1851000" cy="1481050"/>
              <a:chOff x="461225" y="3249175"/>
              <a:chExt cx="1851000" cy="1481050"/>
            </a:xfrm>
          </p:grpSpPr>
          <p:grpSp>
            <p:nvGrpSpPr>
              <p:cNvPr id="523" name="Google Shape;523;p23"/>
              <p:cNvGrpSpPr/>
              <p:nvPr/>
            </p:nvGrpSpPr>
            <p:grpSpPr>
              <a:xfrm>
                <a:off x="461225" y="3249175"/>
                <a:ext cx="1851000" cy="370200"/>
                <a:chOff x="461225" y="3249175"/>
                <a:chExt cx="1851000" cy="370200"/>
              </a:xfrm>
            </p:grpSpPr>
            <p:sp>
              <p:nvSpPr>
                <p:cNvPr id="524" name="Google Shape;524;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5" name="Google Shape;525;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6" name="Google Shape;526;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7" name="Google Shape;527;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8" name="Google Shape;528;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29" name="Google Shape;529;p23"/>
              <p:cNvGrpSpPr/>
              <p:nvPr/>
            </p:nvGrpSpPr>
            <p:grpSpPr>
              <a:xfrm>
                <a:off x="461225" y="3619500"/>
                <a:ext cx="1851000" cy="370200"/>
                <a:chOff x="461225" y="3249175"/>
                <a:chExt cx="1851000" cy="370200"/>
              </a:xfrm>
            </p:grpSpPr>
            <p:sp>
              <p:nvSpPr>
                <p:cNvPr id="530" name="Google Shape;530;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1" name="Google Shape;531;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2" name="Google Shape;532;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3" name="Google Shape;533;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4" name="Google Shape;534;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35" name="Google Shape;535;p23"/>
              <p:cNvGrpSpPr/>
              <p:nvPr/>
            </p:nvGrpSpPr>
            <p:grpSpPr>
              <a:xfrm>
                <a:off x="461225" y="3989700"/>
                <a:ext cx="1851000" cy="370200"/>
                <a:chOff x="461225" y="3249175"/>
                <a:chExt cx="1851000" cy="370200"/>
              </a:xfrm>
            </p:grpSpPr>
            <p:sp>
              <p:nvSpPr>
                <p:cNvPr id="536" name="Google Shape;536;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7" name="Google Shape;537;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8" name="Google Shape;538;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9" name="Google Shape;539;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0" name="Google Shape;540;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41" name="Google Shape;541;p23"/>
              <p:cNvGrpSpPr/>
              <p:nvPr/>
            </p:nvGrpSpPr>
            <p:grpSpPr>
              <a:xfrm>
                <a:off x="461225" y="4360025"/>
                <a:ext cx="1851000" cy="370200"/>
                <a:chOff x="461225" y="3249175"/>
                <a:chExt cx="1851000" cy="370200"/>
              </a:xfrm>
            </p:grpSpPr>
            <p:sp>
              <p:nvSpPr>
                <p:cNvPr id="542" name="Google Shape;542;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3" name="Google Shape;543;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4" name="Google Shape;544;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5" name="Google Shape;545;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6" name="Google Shape;546;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47" name="Google Shape;547;p23"/>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548" name="Google Shape;548;p23"/>
          <p:cNvSpPr/>
          <p:nvPr/>
        </p:nvSpPr>
        <p:spPr>
          <a:xfrm>
            <a:off x="6255775" y="3774250"/>
            <a:ext cx="2888225" cy="1369250"/>
          </a:xfrm>
          <a:custGeom>
            <a:rect b="b" l="l" r="r" t="t"/>
            <a:pathLst>
              <a:path extrusionOk="0" h="54770" w="115529">
                <a:moveTo>
                  <a:pt x="115529" y="1"/>
                </a:moveTo>
                <a:lnTo>
                  <a:pt x="112924" y="187"/>
                </a:lnTo>
                <a:lnTo>
                  <a:pt x="110245" y="447"/>
                </a:lnTo>
                <a:lnTo>
                  <a:pt x="107566" y="745"/>
                </a:lnTo>
                <a:lnTo>
                  <a:pt x="104850" y="1080"/>
                </a:lnTo>
                <a:lnTo>
                  <a:pt x="102097" y="1489"/>
                </a:lnTo>
                <a:lnTo>
                  <a:pt x="99344" y="1936"/>
                </a:lnTo>
                <a:lnTo>
                  <a:pt x="96516" y="2419"/>
                </a:lnTo>
                <a:lnTo>
                  <a:pt x="93725" y="2940"/>
                </a:lnTo>
                <a:lnTo>
                  <a:pt x="90860" y="3536"/>
                </a:lnTo>
                <a:lnTo>
                  <a:pt x="88033" y="4131"/>
                </a:lnTo>
                <a:lnTo>
                  <a:pt x="85168" y="4801"/>
                </a:lnTo>
                <a:lnTo>
                  <a:pt x="82266" y="5508"/>
                </a:lnTo>
                <a:lnTo>
                  <a:pt x="79401" y="6252"/>
                </a:lnTo>
                <a:lnTo>
                  <a:pt x="76498" y="7070"/>
                </a:lnTo>
                <a:lnTo>
                  <a:pt x="73596" y="7889"/>
                </a:lnTo>
                <a:lnTo>
                  <a:pt x="70694" y="8782"/>
                </a:lnTo>
                <a:lnTo>
                  <a:pt x="67308" y="9861"/>
                </a:lnTo>
                <a:lnTo>
                  <a:pt x="63960" y="10977"/>
                </a:lnTo>
                <a:lnTo>
                  <a:pt x="60685" y="12130"/>
                </a:lnTo>
                <a:lnTo>
                  <a:pt x="57411" y="13321"/>
                </a:lnTo>
                <a:lnTo>
                  <a:pt x="54211" y="14586"/>
                </a:lnTo>
                <a:lnTo>
                  <a:pt x="51086" y="15851"/>
                </a:lnTo>
                <a:lnTo>
                  <a:pt x="47961" y="17153"/>
                </a:lnTo>
                <a:lnTo>
                  <a:pt x="44947" y="18530"/>
                </a:lnTo>
                <a:lnTo>
                  <a:pt x="41970" y="19907"/>
                </a:lnTo>
                <a:lnTo>
                  <a:pt x="39068" y="21321"/>
                </a:lnTo>
                <a:lnTo>
                  <a:pt x="36203" y="22772"/>
                </a:lnTo>
                <a:lnTo>
                  <a:pt x="33450" y="24223"/>
                </a:lnTo>
                <a:lnTo>
                  <a:pt x="30734" y="25748"/>
                </a:lnTo>
                <a:lnTo>
                  <a:pt x="28129" y="27274"/>
                </a:lnTo>
                <a:lnTo>
                  <a:pt x="25562" y="28836"/>
                </a:lnTo>
                <a:lnTo>
                  <a:pt x="23106" y="30436"/>
                </a:lnTo>
                <a:lnTo>
                  <a:pt x="20799" y="31962"/>
                </a:lnTo>
                <a:lnTo>
                  <a:pt x="18604" y="33524"/>
                </a:lnTo>
                <a:lnTo>
                  <a:pt x="16521" y="35087"/>
                </a:lnTo>
                <a:lnTo>
                  <a:pt x="14549" y="36650"/>
                </a:lnTo>
                <a:lnTo>
                  <a:pt x="12651" y="38213"/>
                </a:lnTo>
                <a:lnTo>
                  <a:pt x="10902" y="39775"/>
                </a:lnTo>
                <a:lnTo>
                  <a:pt x="9265" y="41338"/>
                </a:lnTo>
                <a:lnTo>
                  <a:pt x="7740" y="42863"/>
                </a:lnTo>
                <a:lnTo>
                  <a:pt x="6326" y="44426"/>
                </a:lnTo>
                <a:lnTo>
                  <a:pt x="5061" y="45952"/>
                </a:lnTo>
                <a:lnTo>
                  <a:pt x="4466" y="46696"/>
                </a:lnTo>
                <a:lnTo>
                  <a:pt x="3870" y="47477"/>
                </a:lnTo>
                <a:lnTo>
                  <a:pt x="3349" y="48221"/>
                </a:lnTo>
                <a:lnTo>
                  <a:pt x="2828" y="48965"/>
                </a:lnTo>
                <a:lnTo>
                  <a:pt x="2382" y="49709"/>
                </a:lnTo>
                <a:lnTo>
                  <a:pt x="1936" y="50454"/>
                </a:lnTo>
                <a:lnTo>
                  <a:pt x="1526" y="51198"/>
                </a:lnTo>
                <a:lnTo>
                  <a:pt x="1154" y="51905"/>
                </a:lnTo>
                <a:lnTo>
                  <a:pt x="819" y="52649"/>
                </a:lnTo>
                <a:lnTo>
                  <a:pt x="522" y="53356"/>
                </a:lnTo>
                <a:lnTo>
                  <a:pt x="224" y="54063"/>
                </a:lnTo>
                <a:lnTo>
                  <a:pt x="1" y="54770"/>
                </a:lnTo>
                <a:lnTo>
                  <a:pt x="115529" y="54770"/>
                </a:lnTo>
                <a:lnTo>
                  <a:pt x="1155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9" name="Google Shape;549;p23"/>
          <p:cNvSpPr/>
          <p:nvPr/>
        </p:nvSpPr>
        <p:spPr>
          <a:xfrm rot="5400000">
            <a:off x="6256650" y="3649999"/>
            <a:ext cx="1392300" cy="3359400"/>
          </a:xfrm>
          <a:prstGeom prst="chord">
            <a:avLst>
              <a:gd fmla="val 5820070" name="adj1"/>
              <a:gd fmla="val 15784537"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0" name="Google Shape;550;p23"/>
          <p:cNvSpPr txBox="1"/>
          <p:nvPr>
            <p:ph idx="1" type="subTitle"/>
          </p:nvPr>
        </p:nvSpPr>
        <p:spPr>
          <a:xfrm>
            <a:off x="4482800" y="3963975"/>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1" name="Google Shape;551;p23"/>
          <p:cNvSpPr txBox="1"/>
          <p:nvPr>
            <p:ph idx="2" type="subTitle"/>
          </p:nvPr>
        </p:nvSpPr>
        <p:spPr>
          <a:xfrm>
            <a:off x="4482800" y="3731112"/>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2" name="Google Shape;552;p23"/>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53" name="Google Shape;553;p23"/>
          <p:cNvSpPr txBox="1"/>
          <p:nvPr>
            <p:ph idx="3" type="title"/>
          </p:nvPr>
        </p:nvSpPr>
        <p:spPr>
          <a:xfrm>
            <a:off x="115025" y="4710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54" name="Google Shape;554;p23"/>
          <p:cNvSpPr txBox="1"/>
          <p:nvPr>
            <p:ph idx="4" type="subTitle"/>
          </p:nvPr>
        </p:nvSpPr>
        <p:spPr>
          <a:xfrm>
            <a:off x="4482800" y="3428650"/>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5" name="Google Shape;555;p23"/>
          <p:cNvSpPr txBox="1"/>
          <p:nvPr>
            <p:ph idx="5" type="subTitle"/>
          </p:nvPr>
        </p:nvSpPr>
        <p:spPr>
          <a:xfrm>
            <a:off x="4482800" y="3195787"/>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6" name="Google Shape;556;p23"/>
          <p:cNvSpPr txBox="1"/>
          <p:nvPr>
            <p:ph idx="6" type="subTitle"/>
          </p:nvPr>
        </p:nvSpPr>
        <p:spPr>
          <a:xfrm>
            <a:off x="4482800" y="2894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7" name="Google Shape;557;p23"/>
          <p:cNvSpPr txBox="1"/>
          <p:nvPr>
            <p:ph idx="7" type="subTitle"/>
          </p:nvPr>
        </p:nvSpPr>
        <p:spPr>
          <a:xfrm>
            <a:off x="4482800" y="2662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8" name="Google Shape;558;p23"/>
          <p:cNvSpPr txBox="1"/>
          <p:nvPr>
            <p:ph idx="8" type="subTitle"/>
          </p:nvPr>
        </p:nvSpPr>
        <p:spPr>
          <a:xfrm>
            <a:off x="4482800" y="2361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9" name="Google Shape;559;p23"/>
          <p:cNvSpPr txBox="1"/>
          <p:nvPr>
            <p:ph idx="9" type="subTitle"/>
          </p:nvPr>
        </p:nvSpPr>
        <p:spPr>
          <a:xfrm>
            <a:off x="4482800" y="2129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0" name="Google Shape;560;p23"/>
          <p:cNvSpPr txBox="1"/>
          <p:nvPr>
            <p:ph idx="13" type="subTitle"/>
          </p:nvPr>
        </p:nvSpPr>
        <p:spPr>
          <a:xfrm>
            <a:off x="4482800" y="1829238"/>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61" name="Google Shape;561;p23"/>
          <p:cNvSpPr txBox="1"/>
          <p:nvPr>
            <p:ph idx="14" type="subTitle"/>
          </p:nvPr>
        </p:nvSpPr>
        <p:spPr>
          <a:xfrm>
            <a:off x="4482800" y="1596375"/>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2" name="Google Shape;562;p23"/>
          <p:cNvSpPr txBox="1"/>
          <p:nvPr>
            <p:ph idx="15" type="subTitle"/>
          </p:nvPr>
        </p:nvSpPr>
        <p:spPr>
          <a:xfrm>
            <a:off x="4482800" y="129661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63" name="Google Shape;563;p23"/>
          <p:cNvSpPr txBox="1"/>
          <p:nvPr>
            <p:ph idx="16" type="subTitle"/>
          </p:nvPr>
        </p:nvSpPr>
        <p:spPr>
          <a:xfrm>
            <a:off x="4482800" y="106375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4" name="Google Shape;564;p23"/>
          <p:cNvSpPr txBox="1"/>
          <p:nvPr>
            <p:ph idx="17"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Persona Infographic">
  <p:cSld name="BLANK_1_1_1_1_1_1_1_1_1_1_1_1_3">
    <p:bg>
      <p:bgPr>
        <a:solidFill>
          <a:schemeClr val="lt1"/>
        </a:solidFill>
      </p:bgPr>
    </p:bg>
    <p:spTree>
      <p:nvGrpSpPr>
        <p:cNvPr id="565" name="Shape 565"/>
        <p:cNvGrpSpPr/>
        <p:nvPr/>
      </p:nvGrpSpPr>
      <p:grpSpPr>
        <a:xfrm>
          <a:off x="0" y="0"/>
          <a:ext cx="0" cy="0"/>
          <a:chOff x="0" y="0"/>
          <a:chExt cx="0" cy="0"/>
        </a:xfrm>
      </p:grpSpPr>
      <p:sp>
        <p:nvSpPr>
          <p:cNvPr id="566" name="Google Shape;566;p24"/>
          <p:cNvSpPr/>
          <p:nvPr/>
        </p:nvSpPr>
        <p:spPr>
          <a:xfrm>
            <a:off x="6702700" y="2532550"/>
            <a:ext cx="2441400" cy="2610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7" name="Google Shape;567;p24"/>
          <p:cNvSpPr/>
          <p:nvPr>
            <p:ph idx="2" type="pic"/>
          </p:nvPr>
        </p:nvSpPr>
        <p:spPr>
          <a:xfrm>
            <a:off x="6702600" y="-16150"/>
            <a:ext cx="2441400" cy="2574600"/>
          </a:xfrm>
          <a:prstGeom prst="rect">
            <a:avLst/>
          </a:prstGeom>
          <a:noFill/>
          <a:ln>
            <a:noFill/>
          </a:ln>
        </p:spPr>
      </p:sp>
      <p:sp>
        <p:nvSpPr>
          <p:cNvPr id="568" name="Google Shape;568;p24"/>
          <p:cNvSpPr txBox="1"/>
          <p:nvPr>
            <p:ph idx="1" type="subTitle"/>
          </p:nvPr>
        </p:nvSpPr>
        <p:spPr>
          <a:xfrm>
            <a:off x="115025" y="1739375"/>
            <a:ext cx="3460800" cy="1776600"/>
          </a:xfrm>
          <a:prstGeom prst="rect">
            <a:avLst/>
          </a:prstGeom>
        </p:spPr>
        <p:txBody>
          <a:bodyPr anchorCtr="0" anchor="t" bIns="0" lIns="91425" spcFirstLastPara="1" rIns="91425" wrap="square" tIns="0">
            <a:norm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nSpc>
                <a:spcPct val="115000"/>
              </a:lnSpc>
              <a:spcBef>
                <a:spcPts val="1000"/>
              </a:spcBef>
              <a:spcAft>
                <a:spcPts val="0"/>
              </a:spcAft>
              <a:buClr>
                <a:schemeClr val="dk2"/>
              </a:buClr>
              <a:buSzPts val="1400"/>
              <a:buNone/>
              <a:defRPr>
                <a:solidFill>
                  <a:schemeClr val="dk2"/>
                </a:solidFill>
              </a:defRPr>
            </a:lvl2pPr>
            <a:lvl3pPr lvl="2">
              <a:lnSpc>
                <a:spcPct val="115000"/>
              </a:lnSpc>
              <a:spcBef>
                <a:spcPts val="0"/>
              </a:spcBef>
              <a:spcAft>
                <a:spcPts val="0"/>
              </a:spcAft>
              <a:buClr>
                <a:schemeClr val="dk2"/>
              </a:buClr>
              <a:buSzPts val="1400"/>
              <a:buNone/>
              <a:defRPr>
                <a:solidFill>
                  <a:schemeClr val="dk2"/>
                </a:solidFill>
              </a:defRPr>
            </a:lvl3pPr>
            <a:lvl4pPr lvl="3">
              <a:lnSpc>
                <a:spcPct val="115000"/>
              </a:lnSpc>
              <a:spcBef>
                <a:spcPts val="0"/>
              </a:spcBef>
              <a:spcAft>
                <a:spcPts val="0"/>
              </a:spcAft>
              <a:buClr>
                <a:schemeClr val="dk2"/>
              </a:buClr>
              <a:buSzPts val="1400"/>
              <a:buNone/>
              <a:defRPr>
                <a:solidFill>
                  <a:schemeClr val="dk2"/>
                </a:solidFill>
              </a:defRPr>
            </a:lvl4pPr>
            <a:lvl5pPr lvl="4">
              <a:lnSpc>
                <a:spcPct val="115000"/>
              </a:lnSpc>
              <a:spcBef>
                <a:spcPts val="0"/>
              </a:spcBef>
              <a:spcAft>
                <a:spcPts val="0"/>
              </a:spcAft>
              <a:buClr>
                <a:schemeClr val="dk2"/>
              </a:buClr>
              <a:buSzPts val="1400"/>
              <a:buNone/>
              <a:defRPr>
                <a:solidFill>
                  <a:schemeClr val="dk2"/>
                </a:solidFill>
              </a:defRPr>
            </a:lvl5pPr>
            <a:lvl6pPr lvl="5">
              <a:lnSpc>
                <a:spcPct val="115000"/>
              </a:lnSpc>
              <a:spcBef>
                <a:spcPts val="0"/>
              </a:spcBef>
              <a:spcAft>
                <a:spcPts val="0"/>
              </a:spcAft>
              <a:buClr>
                <a:schemeClr val="dk2"/>
              </a:buClr>
              <a:buSzPts val="1400"/>
              <a:buNone/>
              <a:defRPr>
                <a:solidFill>
                  <a:schemeClr val="dk2"/>
                </a:solidFill>
              </a:defRPr>
            </a:lvl6pPr>
            <a:lvl7pPr lvl="6">
              <a:lnSpc>
                <a:spcPct val="115000"/>
              </a:lnSpc>
              <a:spcBef>
                <a:spcPts val="0"/>
              </a:spcBef>
              <a:spcAft>
                <a:spcPts val="0"/>
              </a:spcAft>
              <a:buClr>
                <a:schemeClr val="dk2"/>
              </a:buClr>
              <a:buSzPts val="1400"/>
              <a:buNone/>
              <a:defRPr>
                <a:solidFill>
                  <a:schemeClr val="dk2"/>
                </a:solidFill>
              </a:defRPr>
            </a:lvl7pPr>
            <a:lvl8pPr lvl="7">
              <a:lnSpc>
                <a:spcPct val="115000"/>
              </a:lnSpc>
              <a:spcBef>
                <a:spcPts val="0"/>
              </a:spcBef>
              <a:spcAft>
                <a:spcPts val="0"/>
              </a:spcAft>
              <a:buClr>
                <a:schemeClr val="dk2"/>
              </a:buClr>
              <a:buSzPts val="1400"/>
              <a:buNone/>
              <a:defRPr>
                <a:solidFill>
                  <a:schemeClr val="dk2"/>
                </a:solidFill>
              </a:defRPr>
            </a:lvl8pPr>
            <a:lvl9pPr lvl="8">
              <a:lnSpc>
                <a:spcPct val="115000"/>
              </a:lnSpc>
              <a:spcBef>
                <a:spcPts val="0"/>
              </a:spcBef>
              <a:spcAft>
                <a:spcPts val="0"/>
              </a:spcAft>
              <a:buClr>
                <a:schemeClr val="dk2"/>
              </a:buClr>
              <a:buSzPts val="1400"/>
              <a:buNone/>
              <a:defRPr>
                <a:solidFill>
                  <a:schemeClr val="dk2"/>
                </a:solidFill>
              </a:defRPr>
            </a:lvl9pPr>
          </a:lstStyle>
          <a:p/>
        </p:txBody>
      </p:sp>
      <p:sp>
        <p:nvSpPr>
          <p:cNvPr id="569" name="Google Shape;569;p24"/>
          <p:cNvSpPr txBox="1"/>
          <p:nvPr>
            <p:ph idx="3" type="subTitle"/>
          </p:nvPr>
        </p:nvSpPr>
        <p:spPr>
          <a:xfrm>
            <a:off x="115025" y="3869063"/>
            <a:ext cx="3460800" cy="8004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100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570" name="Google Shape;570;p24"/>
          <p:cNvSpPr txBox="1"/>
          <p:nvPr>
            <p:ph type="title"/>
          </p:nvPr>
        </p:nvSpPr>
        <p:spPr>
          <a:xfrm>
            <a:off x="3656050" y="1739375"/>
            <a:ext cx="2960700" cy="237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1" name="Google Shape;571;p24"/>
          <p:cNvSpPr txBox="1"/>
          <p:nvPr>
            <p:ph idx="4" type="title"/>
          </p:nvPr>
        </p:nvSpPr>
        <p:spPr>
          <a:xfrm>
            <a:off x="3656050" y="2786778"/>
            <a:ext cx="29607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2" name="Google Shape;572;p24"/>
          <p:cNvSpPr txBox="1"/>
          <p:nvPr>
            <p:ph idx="5" type="title"/>
          </p:nvPr>
        </p:nvSpPr>
        <p:spPr>
          <a:xfrm>
            <a:off x="3624425" y="4231975"/>
            <a:ext cx="9006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3" name="Google Shape;573;p24"/>
          <p:cNvSpPr txBox="1"/>
          <p:nvPr>
            <p:ph idx="6" type="title"/>
          </p:nvPr>
        </p:nvSpPr>
        <p:spPr>
          <a:xfrm>
            <a:off x="115025" y="1079975"/>
            <a:ext cx="6055500" cy="4923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574" name="Google Shape;574;p24"/>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575" name="Google Shape;575;p24"/>
          <p:cNvSpPr txBox="1"/>
          <p:nvPr>
            <p:ph idx="8" type="title"/>
          </p:nvPr>
        </p:nvSpPr>
        <p:spPr>
          <a:xfrm>
            <a:off x="115025" y="473240"/>
            <a:ext cx="6055500" cy="577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576" name="Google Shape;576;p24"/>
          <p:cNvSpPr txBox="1"/>
          <p:nvPr>
            <p:ph idx="9" type="title"/>
          </p:nvPr>
        </p:nvSpPr>
        <p:spPr>
          <a:xfrm>
            <a:off x="115025" y="3631463"/>
            <a:ext cx="3460800" cy="237600"/>
          </a:xfrm>
          <a:prstGeom prst="rect">
            <a:avLst/>
          </a:prstGeom>
        </p:spPr>
        <p:txBody>
          <a:bodyPr anchorCtr="0" anchor="t" bIns="0" lIns="91425" spcFirstLastPara="1" rIns="0" wrap="square" tIns="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7" name="Google Shape;577;p24"/>
          <p:cNvSpPr txBox="1"/>
          <p:nvPr>
            <p:ph idx="13" type="subTitle"/>
          </p:nvPr>
        </p:nvSpPr>
        <p:spPr>
          <a:xfrm>
            <a:off x="6751650" y="259910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78" name="Google Shape;578;p24"/>
          <p:cNvSpPr txBox="1"/>
          <p:nvPr>
            <p:ph idx="14" type="subTitle"/>
          </p:nvPr>
        </p:nvSpPr>
        <p:spPr>
          <a:xfrm>
            <a:off x="6751650" y="291237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79" name="Google Shape;579;p24"/>
          <p:cNvSpPr txBox="1"/>
          <p:nvPr>
            <p:ph idx="15" type="subTitle"/>
          </p:nvPr>
        </p:nvSpPr>
        <p:spPr>
          <a:xfrm>
            <a:off x="6751650" y="3225655"/>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0" name="Google Shape;580;p24"/>
          <p:cNvSpPr txBox="1"/>
          <p:nvPr>
            <p:ph idx="16" type="subTitle"/>
          </p:nvPr>
        </p:nvSpPr>
        <p:spPr>
          <a:xfrm>
            <a:off x="6751650" y="3538932"/>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1" name="Google Shape;581;p24"/>
          <p:cNvSpPr txBox="1"/>
          <p:nvPr>
            <p:ph idx="17" type="subTitle"/>
          </p:nvPr>
        </p:nvSpPr>
        <p:spPr>
          <a:xfrm>
            <a:off x="6751650" y="385221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2" name="Google Shape;582;p24"/>
          <p:cNvSpPr txBox="1"/>
          <p:nvPr>
            <p:ph idx="18" type="subTitle"/>
          </p:nvPr>
        </p:nvSpPr>
        <p:spPr>
          <a:xfrm>
            <a:off x="6751650" y="416548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3" name="Google Shape;583;p24"/>
          <p:cNvSpPr txBox="1"/>
          <p:nvPr>
            <p:ph idx="19"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584" name="Shape 584"/>
        <p:cNvGrpSpPr/>
        <p:nvPr/>
      </p:nvGrpSpPr>
      <p:grpSpPr>
        <a:xfrm>
          <a:off x="0" y="0"/>
          <a:ext cx="0" cy="0"/>
          <a:chOff x="0" y="0"/>
          <a:chExt cx="0" cy="0"/>
        </a:xfrm>
      </p:grpSpPr>
      <p:sp>
        <p:nvSpPr>
          <p:cNvPr id="585" name="Google Shape;585;p25"/>
          <p:cNvSpPr/>
          <p:nvPr/>
        </p:nvSpPr>
        <p:spPr>
          <a:xfrm flipH="1" rot="-8100000">
            <a:off x="4692650" y="965198"/>
            <a:ext cx="4843399" cy="248024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6" name="Google Shape;586;p25"/>
          <p:cNvSpPr/>
          <p:nvPr/>
        </p:nvSpPr>
        <p:spPr>
          <a:xfrm flipH="1" rot="10800000">
            <a:off x="4676692" y="3337812"/>
            <a:ext cx="4467295" cy="1685226"/>
          </a:xfrm>
          <a:custGeom>
            <a:rect b="b" l="l" r="r" t="t"/>
            <a:pathLst>
              <a:path extrusionOk="0" h="51371" w="119855">
                <a:moveTo>
                  <a:pt x="32006" y="0"/>
                </a:moveTo>
                <a:lnTo>
                  <a:pt x="30303" y="29"/>
                </a:lnTo>
                <a:lnTo>
                  <a:pt x="28658" y="116"/>
                </a:lnTo>
                <a:lnTo>
                  <a:pt x="27042" y="202"/>
                </a:lnTo>
                <a:lnTo>
                  <a:pt x="25455" y="289"/>
                </a:lnTo>
                <a:lnTo>
                  <a:pt x="23896" y="433"/>
                </a:lnTo>
                <a:lnTo>
                  <a:pt x="22367" y="606"/>
                </a:lnTo>
                <a:lnTo>
                  <a:pt x="20895" y="779"/>
                </a:lnTo>
                <a:lnTo>
                  <a:pt x="19452" y="1010"/>
                </a:lnTo>
                <a:lnTo>
                  <a:pt x="18067" y="1241"/>
                </a:lnTo>
                <a:lnTo>
                  <a:pt x="16710" y="1501"/>
                </a:lnTo>
                <a:lnTo>
                  <a:pt x="15383" y="1761"/>
                </a:lnTo>
                <a:lnTo>
                  <a:pt x="14142" y="2078"/>
                </a:lnTo>
                <a:lnTo>
                  <a:pt x="12930" y="2396"/>
                </a:lnTo>
                <a:lnTo>
                  <a:pt x="11746" y="2771"/>
                </a:lnTo>
                <a:lnTo>
                  <a:pt x="10621" y="3117"/>
                </a:lnTo>
                <a:lnTo>
                  <a:pt x="9524" y="3550"/>
                </a:lnTo>
                <a:lnTo>
                  <a:pt x="8485" y="3983"/>
                </a:lnTo>
                <a:lnTo>
                  <a:pt x="7504" y="4416"/>
                </a:lnTo>
                <a:lnTo>
                  <a:pt x="6581" y="4906"/>
                </a:lnTo>
                <a:lnTo>
                  <a:pt x="5715" y="5397"/>
                </a:lnTo>
                <a:lnTo>
                  <a:pt x="4907" y="5916"/>
                </a:lnTo>
                <a:lnTo>
                  <a:pt x="4156" y="6465"/>
                </a:lnTo>
                <a:lnTo>
                  <a:pt x="3464" y="7013"/>
                </a:lnTo>
                <a:lnTo>
                  <a:pt x="2829" y="7590"/>
                </a:lnTo>
                <a:lnTo>
                  <a:pt x="2281" y="8196"/>
                </a:lnTo>
                <a:lnTo>
                  <a:pt x="1761" y="8802"/>
                </a:lnTo>
                <a:lnTo>
                  <a:pt x="1328" y="9437"/>
                </a:lnTo>
                <a:lnTo>
                  <a:pt x="953" y="10072"/>
                </a:lnTo>
                <a:lnTo>
                  <a:pt x="636" y="10765"/>
                </a:lnTo>
                <a:lnTo>
                  <a:pt x="376" y="11429"/>
                </a:lnTo>
                <a:lnTo>
                  <a:pt x="174" y="12121"/>
                </a:lnTo>
                <a:lnTo>
                  <a:pt x="87" y="12698"/>
                </a:lnTo>
                <a:lnTo>
                  <a:pt x="29" y="13276"/>
                </a:lnTo>
                <a:lnTo>
                  <a:pt x="1" y="13853"/>
                </a:lnTo>
                <a:lnTo>
                  <a:pt x="29" y="14430"/>
                </a:lnTo>
                <a:lnTo>
                  <a:pt x="87" y="15007"/>
                </a:lnTo>
                <a:lnTo>
                  <a:pt x="174" y="15613"/>
                </a:lnTo>
                <a:lnTo>
                  <a:pt x="318" y="16219"/>
                </a:lnTo>
                <a:lnTo>
                  <a:pt x="491" y="16796"/>
                </a:lnTo>
                <a:lnTo>
                  <a:pt x="722" y="17403"/>
                </a:lnTo>
                <a:lnTo>
                  <a:pt x="953" y="18009"/>
                </a:lnTo>
                <a:lnTo>
                  <a:pt x="1242" y="18615"/>
                </a:lnTo>
                <a:lnTo>
                  <a:pt x="1588" y="19221"/>
                </a:lnTo>
                <a:lnTo>
                  <a:pt x="1934" y="19856"/>
                </a:lnTo>
                <a:lnTo>
                  <a:pt x="2338" y="20462"/>
                </a:lnTo>
                <a:lnTo>
                  <a:pt x="2771" y="21068"/>
                </a:lnTo>
                <a:lnTo>
                  <a:pt x="3233" y="21703"/>
                </a:lnTo>
                <a:lnTo>
                  <a:pt x="3752" y="22309"/>
                </a:lnTo>
                <a:lnTo>
                  <a:pt x="4272" y="22944"/>
                </a:lnTo>
                <a:lnTo>
                  <a:pt x="4849" y="23550"/>
                </a:lnTo>
                <a:lnTo>
                  <a:pt x="5455" y="24185"/>
                </a:lnTo>
                <a:lnTo>
                  <a:pt x="6090" y="24791"/>
                </a:lnTo>
                <a:lnTo>
                  <a:pt x="6754" y="25426"/>
                </a:lnTo>
                <a:lnTo>
                  <a:pt x="7446" y="26032"/>
                </a:lnTo>
                <a:lnTo>
                  <a:pt x="8197" y="26638"/>
                </a:lnTo>
                <a:lnTo>
                  <a:pt x="8947" y="27273"/>
                </a:lnTo>
                <a:lnTo>
                  <a:pt x="9726" y="27879"/>
                </a:lnTo>
                <a:lnTo>
                  <a:pt x="10563" y="28485"/>
                </a:lnTo>
                <a:lnTo>
                  <a:pt x="11400" y="29120"/>
                </a:lnTo>
                <a:lnTo>
                  <a:pt x="12295" y="29726"/>
                </a:lnTo>
                <a:lnTo>
                  <a:pt x="13189" y="30332"/>
                </a:lnTo>
                <a:lnTo>
                  <a:pt x="14113" y="30938"/>
                </a:lnTo>
                <a:lnTo>
                  <a:pt x="15094" y="31544"/>
                </a:lnTo>
                <a:lnTo>
                  <a:pt x="17085" y="32727"/>
                </a:lnTo>
                <a:lnTo>
                  <a:pt x="19192" y="33910"/>
                </a:lnTo>
                <a:lnTo>
                  <a:pt x="21414" y="35065"/>
                </a:lnTo>
                <a:lnTo>
                  <a:pt x="23723" y="36219"/>
                </a:lnTo>
                <a:lnTo>
                  <a:pt x="26118" y="37316"/>
                </a:lnTo>
                <a:lnTo>
                  <a:pt x="28629" y="38412"/>
                </a:lnTo>
                <a:lnTo>
                  <a:pt x="31198" y="39480"/>
                </a:lnTo>
                <a:lnTo>
                  <a:pt x="33853" y="40519"/>
                </a:lnTo>
                <a:lnTo>
                  <a:pt x="36595" y="41529"/>
                </a:lnTo>
                <a:lnTo>
                  <a:pt x="39423" y="42510"/>
                </a:lnTo>
                <a:lnTo>
                  <a:pt x="42309" y="43434"/>
                </a:lnTo>
                <a:lnTo>
                  <a:pt x="45281" y="44329"/>
                </a:lnTo>
                <a:lnTo>
                  <a:pt x="48283" y="45194"/>
                </a:lnTo>
                <a:lnTo>
                  <a:pt x="51371" y="46002"/>
                </a:lnTo>
                <a:lnTo>
                  <a:pt x="54516" y="46782"/>
                </a:lnTo>
                <a:lnTo>
                  <a:pt x="57691" y="47503"/>
                </a:lnTo>
                <a:lnTo>
                  <a:pt x="59884" y="47965"/>
                </a:lnTo>
                <a:lnTo>
                  <a:pt x="62049" y="48398"/>
                </a:lnTo>
                <a:lnTo>
                  <a:pt x="64213" y="48802"/>
                </a:lnTo>
                <a:lnTo>
                  <a:pt x="66378" y="49177"/>
                </a:lnTo>
                <a:lnTo>
                  <a:pt x="68542" y="49523"/>
                </a:lnTo>
                <a:lnTo>
                  <a:pt x="70678" y="49841"/>
                </a:lnTo>
                <a:lnTo>
                  <a:pt x="72813" y="50129"/>
                </a:lnTo>
                <a:lnTo>
                  <a:pt x="74949" y="50389"/>
                </a:lnTo>
                <a:lnTo>
                  <a:pt x="77027" y="50620"/>
                </a:lnTo>
                <a:lnTo>
                  <a:pt x="79133" y="50822"/>
                </a:lnTo>
                <a:lnTo>
                  <a:pt x="81183" y="50995"/>
                </a:lnTo>
                <a:lnTo>
                  <a:pt x="83232" y="51111"/>
                </a:lnTo>
                <a:lnTo>
                  <a:pt x="85252" y="51226"/>
                </a:lnTo>
                <a:lnTo>
                  <a:pt x="87272" y="51313"/>
                </a:lnTo>
                <a:lnTo>
                  <a:pt x="89234" y="51370"/>
                </a:lnTo>
                <a:lnTo>
                  <a:pt x="91168" y="51370"/>
                </a:lnTo>
                <a:lnTo>
                  <a:pt x="93534" y="51342"/>
                </a:lnTo>
                <a:lnTo>
                  <a:pt x="95843" y="51284"/>
                </a:lnTo>
                <a:lnTo>
                  <a:pt x="98094" y="51168"/>
                </a:lnTo>
                <a:lnTo>
                  <a:pt x="100259" y="50995"/>
                </a:lnTo>
                <a:lnTo>
                  <a:pt x="102365" y="50764"/>
                </a:lnTo>
                <a:lnTo>
                  <a:pt x="104386" y="50533"/>
                </a:lnTo>
                <a:lnTo>
                  <a:pt x="106319" y="50216"/>
                </a:lnTo>
                <a:lnTo>
                  <a:pt x="108195" y="49870"/>
                </a:lnTo>
                <a:lnTo>
                  <a:pt x="109955" y="49466"/>
                </a:lnTo>
                <a:lnTo>
                  <a:pt x="111658" y="49033"/>
                </a:lnTo>
                <a:lnTo>
                  <a:pt x="113274" y="48571"/>
                </a:lnTo>
                <a:lnTo>
                  <a:pt x="114025" y="48311"/>
                </a:lnTo>
                <a:lnTo>
                  <a:pt x="114775" y="48052"/>
                </a:lnTo>
                <a:lnTo>
                  <a:pt x="115497" y="47763"/>
                </a:lnTo>
                <a:lnTo>
                  <a:pt x="116189" y="47474"/>
                </a:lnTo>
                <a:lnTo>
                  <a:pt x="116882" y="47186"/>
                </a:lnTo>
                <a:lnTo>
                  <a:pt x="117517" y="46868"/>
                </a:lnTo>
                <a:lnTo>
                  <a:pt x="118152" y="46580"/>
                </a:lnTo>
                <a:lnTo>
                  <a:pt x="118729" y="46233"/>
                </a:lnTo>
                <a:lnTo>
                  <a:pt x="119306" y="45916"/>
                </a:lnTo>
                <a:lnTo>
                  <a:pt x="119854" y="45570"/>
                </a:lnTo>
                <a:lnTo>
                  <a:pt x="119854" y="27590"/>
                </a:lnTo>
                <a:lnTo>
                  <a:pt x="118989" y="26724"/>
                </a:lnTo>
                <a:lnTo>
                  <a:pt x="118065" y="25858"/>
                </a:lnTo>
                <a:lnTo>
                  <a:pt x="117084" y="24993"/>
                </a:lnTo>
                <a:lnTo>
                  <a:pt x="116045" y="24127"/>
                </a:lnTo>
                <a:lnTo>
                  <a:pt x="114919" y="23290"/>
                </a:lnTo>
                <a:lnTo>
                  <a:pt x="113765" y="22424"/>
                </a:lnTo>
                <a:lnTo>
                  <a:pt x="112553" y="21558"/>
                </a:lnTo>
                <a:lnTo>
                  <a:pt x="111283" y="20721"/>
                </a:lnTo>
                <a:lnTo>
                  <a:pt x="109927" y="19884"/>
                </a:lnTo>
                <a:lnTo>
                  <a:pt x="108570" y="19048"/>
                </a:lnTo>
                <a:lnTo>
                  <a:pt x="107127" y="18239"/>
                </a:lnTo>
                <a:lnTo>
                  <a:pt x="105627" y="17403"/>
                </a:lnTo>
                <a:lnTo>
                  <a:pt x="104097" y="16594"/>
                </a:lnTo>
                <a:lnTo>
                  <a:pt x="102510" y="15786"/>
                </a:lnTo>
                <a:lnTo>
                  <a:pt x="100894" y="15007"/>
                </a:lnTo>
                <a:lnTo>
                  <a:pt x="99220" y="14228"/>
                </a:lnTo>
                <a:lnTo>
                  <a:pt x="97430" y="13420"/>
                </a:lnTo>
                <a:lnTo>
                  <a:pt x="95612" y="12641"/>
                </a:lnTo>
                <a:lnTo>
                  <a:pt x="93765" y="11890"/>
                </a:lnTo>
                <a:lnTo>
                  <a:pt x="91889" y="11140"/>
                </a:lnTo>
                <a:lnTo>
                  <a:pt x="89985" y="10419"/>
                </a:lnTo>
                <a:lnTo>
                  <a:pt x="88022" y="9726"/>
                </a:lnTo>
                <a:lnTo>
                  <a:pt x="86060" y="9033"/>
                </a:lnTo>
                <a:lnTo>
                  <a:pt x="84040" y="8369"/>
                </a:lnTo>
                <a:lnTo>
                  <a:pt x="82019" y="7735"/>
                </a:lnTo>
                <a:lnTo>
                  <a:pt x="79970" y="7100"/>
                </a:lnTo>
                <a:lnTo>
                  <a:pt x="77893" y="6522"/>
                </a:lnTo>
                <a:lnTo>
                  <a:pt x="75786" y="5945"/>
                </a:lnTo>
                <a:lnTo>
                  <a:pt x="73650" y="5368"/>
                </a:lnTo>
                <a:lnTo>
                  <a:pt x="71515" y="4849"/>
                </a:lnTo>
                <a:lnTo>
                  <a:pt x="69379" y="4329"/>
                </a:lnTo>
                <a:lnTo>
                  <a:pt x="67214" y="3839"/>
                </a:lnTo>
                <a:lnTo>
                  <a:pt x="65021" y="3377"/>
                </a:lnTo>
                <a:lnTo>
                  <a:pt x="62857" y="2944"/>
                </a:lnTo>
                <a:lnTo>
                  <a:pt x="60692" y="2540"/>
                </a:lnTo>
                <a:lnTo>
                  <a:pt x="58528" y="2194"/>
                </a:lnTo>
                <a:lnTo>
                  <a:pt x="56363" y="1847"/>
                </a:lnTo>
                <a:lnTo>
                  <a:pt x="54228" y="1530"/>
                </a:lnTo>
                <a:lnTo>
                  <a:pt x="52092" y="1241"/>
                </a:lnTo>
                <a:lnTo>
                  <a:pt x="49985" y="981"/>
                </a:lnTo>
                <a:lnTo>
                  <a:pt x="47879" y="751"/>
                </a:lnTo>
                <a:lnTo>
                  <a:pt x="45772" y="549"/>
                </a:lnTo>
                <a:lnTo>
                  <a:pt x="43723" y="375"/>
                </a:lnTo>
                <a:lnTo>
                  <a:pt x="41674" y="231"/>
                </a:lnTo>
                <a:lnTo>
                  <a:pt x="39654" y="116"/>
                </a:lnTo>
                <a:lnTo>
                  <a:pt x="37662" y="58"/>
                </a:lnTo>
                <a:lnTo>
                  <a:pt x="35671"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87" name="Google Shape;587;p25"/>
          <p:cNvSpPr/>
          <p:nvPr>
            <p:ph idx="2" type="pic"/>
          </p:nvPr>
        </p:nvSpPr>
        <p:spPr>
          <a:xfrm>
            <a:off x="5457500" y="0"/>
            <a:ext cx="3686400" cy="5143500"/>
          </a:xfrm>
          <a:prstGeom prst="rect">
            <a:avLst/>
          </a:prstGeom>
          <a:noFill/>
          <a:ln>
            <a:noFill/>
          </a:ln>
        </p:spPr>
      </p:sp>
      <p:sp>
        <p:nvSpPr>
          <p:cNvPr id="588" name="Google Shape;588;p25"/>
          <p:cNvSpPr txBox="1"/>
          <p:nvPr>
            <p:ph idx="1" type="body"/>
          </p:nvPr>
        </p:nvSpPr>
        <p:spPr>
          <a:xfrm>
            <a:off x="115025" y="1743625"/>
            <a:ext cx="2094000" cy="2864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Light"/>
              <a:buChar char="●"/>
              <a:defRPr sz="1000">
                <a:latin typeface="Sora Light"/>
                <a:ea typeface="Sora Light"/>
                <a:cs typeface="Sora Light"/>
                <a:sym typeface="Sora Light"/>
              </a:defRPr>
            </a:lvl1pPr>
            <a:lvl2pPr indent="-292100" lvl="1" marL="914400">
              <a:spcBef>
                <a:spcPts val="800"/>
              </a:spcBef>
              <a:spcAft>
                <a:spcPts val="0"/>
              </a:spcAft>
              <a:buSzPts val="1000"/>
              <a:buFont typeface="Sora Light"/>
              <a:buChar char="○"/>
              <a:defRPr sz="1000">
                <a:latin typeface="Sora Light"/>
                <a:ea typeface="Sora Light"/>
                <a:cs typeface="Sora Light"/>
                <a:sym typeface="Sora Light"/>
              </a:defRPr>
            </a:lvl2pPr>
            <a:lvl3pPr indent="-292100" lvl="2" marL="1371600">
              <a:spcBef>
                <a:spcPts val="800"/>
              </a:spcBef>
              <a:spcAft>
                <a:spcPts val="0"/>
              </a:spcAft>
              <a:buSzPts val="1000"/>
              <a:buFont typeface="Sora Light"/>
              <a:buChar char="■"/>
              <a:defRPr sz="1000">
                <a:latin typeface="Sora Light"/>
                <a:ea typeface="Sora Light"/>
                <a:cs typeface="Sora Light"/>
                <a:sym typeface="Sora Light"/>
              </a:defRPr>
            </a:lvl3pPr>
            <a:lvl4pPr indent="-292100" lvl="3" marL="1828800">
              <a:spcBef>
                <a:spcPts val="800"/>
              </a:spcBef>
              <a:spcAft>
                <a:spcPts val="0"/>
              </a:spcAft>
              <a:buSzPts val="1000"/>
              <a:buFont typeface="Sora Light"/>
              <a:buChar char="●"/>
              <a:defRPr sz="1000">
                <a:latin typeface="Sora Light"/>
                <a:ea typeface="Sora Light"/>
                <a:cs typeface="Sora Light"/>
                <a:sym typeface="Sora Light"/>
              </a:defRPr>
            </a:lvl4pPr>
            <a:lvl5pPr indent="-292100" lvl="4" marL="2286000">
              <a:spcBef>
                <a:spcPts val="800"/>
              </a:spcBef>
              <a:spcAft>
                <a:spcPts val="0"/>
              </a:spcAft>
              <a:buSzPts val="1000"/>
              <a:buFont typeface="Sora Light"/>
              <a:buChar char="○"/>
              <a:defRPr sz="1000">
                <a:latin typeface="Sora Light"/>
                <a:ea typeface="Sora Light"/>
                <a:cs typeface="Sora Light"/>
                <a:sym typeface="Sora Light"/>
              </a:defRPr>
            </a:lvl5pPr>
            <a:lvl6pPr indent="-292100" lvl="5" marL="2743200">
              <a:spcBef>
                <a:spcPts val="800"/>
              </a:spcBef>
              <a:spcAft>
                <a:spcPts val="0"/>
              </a:spcAft>
              <a:buSzPts val="1000"/>
              <a:buFont typeface="Sora Light"/>
              <a:buChar char="■"/>
              <a:defRPr sz="1000">
                <a:latin typeface="Sora Light"/>
                <a:ea typeface="Sora Light"/>
                <a:cs typeface="Sora Light"/>
                <a:sym typeface="Sora Light"/>
              </a:defRPr>
            </a:lvl6pPr>
            <a:lvl7pPr indent="-292100" lvl="6" marL="3200400">
              <a:spcBef>
                <a:spcPts val="800"/>
              </a:spcBef>
              <a:spcAft>
                <a:spcPts val="0"/>
              </a:spcAft>
              <a:buSzPts val="1000"/>
              <a:buFont typeface="Sora Light"/>
              <a:buChar char="●"/>
              <a:defRPr sz="1000">
                <a:latin typeface="Sora Light"/>
                <a:ea typeface="Sora Light"/>
                <a:cs typeface="Sora Light"/>
                <a:sym typeface="Sora Light"/>
              </a:defRPr>
            </a:lvl7pPr>
            <a:lvl8pPr indent="-292100" lvl="7" marL="3657600">
              <a:spcBef>
                <a:spcPts val="800"/>
              </a:spcBef>
              <a:spcAft>
                <a:spcPts val="0"/>
              </a:spcAft>
              <a:buSzPts val="1000"/>
              <a:buFont typeface="Sora Light"/>
              <a:buChar char="○"/>
              <a:defRPr sz="1000">
                <a:latin typeface="Sora Light"/>
                <a:ea typeface="Sora Light"/>
                <a:cs typeface="Sora Light"/>
                <a:sym typeface="Sora Light"/>
              </a:defRPr>
            </a:lvl8pPr>
            <a:lvl9pPr indent="-292100" lvl="8" marL="4114800">
              <a:spcBef>
                <a:spcPts val="800"/>
              </a:spcBef>
              <a:spcAft>
                <a:spcPts val="800"/>
              </a:spcAft>
              <a:buSzPts val="1000"/>
              <a:buFont typeface="Sora Light"/>
              <a:buChar char="■"/>
              <a:defRPr sz="1000">
                <a:latin typeface="Sora Light"/>
                <a:ea typeface="Sora Light"/>
                <a:cs typeface="Sora Light"/>
                <a:sym typeface="Sora Light"/>
              </a:defRPr>
            </a:lvl9pPr>
          </a:lstStyle>
          <a:p/>
        </p:txBody>
      </p:sp>
      <p:sp>
        <p:nvSpPr>
          <p:cNvPr id="589" name="Google Shape;589;p25"/>
          <p:cNvSpPr txBox="1"/>
          <p:nvPr>
            <p:ph idx="3" type="body"/>
          </p:nvPr>
        </p:nvSpPr>
        <p:spPr>
          <a:xfrm>
            <a:off x="2276600" y="1743625"/>
            <a:ext cx="2904900" cy="28647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nSpc>
                <a:spcPct val="115000"/>
              </a:lnSpc>
              <a:spcBef>
                <a:spcPts val="800"/>
              </a:spcBef>
              <a:spcAft>
                <a:spcPts val="800"/>
              </a:spcAft>
              <a:buClr>
                <a:schemeClr val="lt1"/>
              </a:buClr>
              <a:buSzPts val="1000"/>
              <a:buFont typeface="Sora Light"/>
              <a:buChar char="■"/>
              <a:defRPr sz="1000">
                <a:latin typeface="Sora Light"/>
                <a:ea typeface="Sora Light"/>
                <a:cs typeface="Sora Light"/>
                <a:sym typeface="Sora Light"/>
              </a:defRPr>
            </a:lvl9pPr>
          </a:lstStyle>
          <a:p/>
        </p:txBody>
      </p:sp>
      <p:sp>
        <p:nvSpPr>
          <p:cNvPr id="590" name="Google Shape;590;p2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91" name="Google Shape;591;p25"/>
          <p:cNvSpPr txBox="1"/>
          <p:nvPr>
            <p:ph idx="4" type="title"/>
          </p:nvPr>
        </p:nvSpPr>
        <p:spPr>
          <a:xfrm>
            <a:off x="115025" y="502775"/>
            <a:ext cx="51255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92" name="Google Shape;592;p25"/>
          <p:cNvSpPr txBox="1"/>
          <p:nvPr>
            <p:ph idx="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Alt 2">
  <p:cSld name="BLANK_1_1_1_1_1_1_1_1_1_1_1_1_1_1">
    <p:bg>
      <p:bgPr>
        <a:solidFill>
          <a:schemeClr val="lt1"/>
        </a:solidFill>
      </p:bgPr>
    </p:bg>
    <p:spTree>
      <p:nvGrpSpPr>
        <p:cNvPr id="593" name="Shape 593"/>
        <p:cNvGrpSpPr/>
        <p:nvPr/>
      </p:nvGrpSpPr>
      <p:grpSpPr>
        <a:xfrm>
          <a:off x="0" y="0"/>
          <a:ext cx="0" cy="0"/>
          <a:chOff x="0" y="0"/>
          <a:chExt cx="0" cy="0"/>
        </a:xfrm>
      </p:grpSpPr>
      <p:grpSp>
        <p:nvGrpSpPr>
          <p:cNvPr id="594" name="Google Shape;594;p26"/>
          <p:cNvGrpSpPr/>
          <p:nvPr/>
        </p:nvGrpSpPr>
        <p:grpSpPr>
          <a:xfrm>
            <a:off x="7704171" y="1036593"/>
            <a:ext cx="1439893" cy="3234395"/>
            <a:chOff x="461225" y="3249175"/>
            <a:chExt cx="1110600" cy="2221578"/>
          </a:xfrm>
        </p:grpSpPr>
        <p:grpSp>
          <p:nvGrpSpPr>
            <p:cNvPr id="595" name="Google Shape;595;p26"/>
            <p:cNvGrpSpPr/>
            <p:nvPr/>
          </p:nvGrpSpPr>
          <p:grpSpPr>
            <a:xfrm>
              <a:off x="831422" y="3249175"/>
              <a:ext cx="740403" cy="2221578"/>
              <a:chOff x="831422" y="3249175"/>
              <a:chExt cx="740403" cy="2221578"/>
            </a:xfrm>
          </p:grpSpPr>
          <p:sp>
            <p:nvSpPr>
              <p:cNvPr id="596" name="Google Shape;596;p26"/>
              <p:cNvSpPr/>
              <p:nvPr/>
            </p:nvSpPr>
            <p:spPr>
              <a:xfrm>
                <a:off x="831422"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597" name="Google Shape;597;p26"/>
              <p:cNvSpPr/>
              <p:nvPr/>
            </p:nvSpPr>
            <p:spPr>
              <a:xfrm>
                <a:off x="1201622" y="510055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598" name="Google Shape;598;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599" name="Google Shape;599;p26"/>
            <p:cNvGrpSpPr/>
            <p:nvPr/>
          </p:nvGrpSpPr>
          <p:grpSpPr>
            <a:xfrm>
              <a:off x="461225" y="3619500"/>
              <a:ext cx="1110600" cy="370200"/>
              <a:chOff x="461225" y="3249175"/>
              <a:chExt cx="1110600" cy="370200"/>
            </a:xfrm>
          </p:grpSpPr>
          <p:sp>
            <p:nvSpPr>
              <p:cNvPr id="600" name="Google Shape;600;p26"/>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1" name="Google Shape;601;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2" name="Google Shape;602;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03" name="Google Shape;603;p26"/>
            <p:cNvGrpSpPr/>
            <p:nvPr/>
          </p:nvGrpSpPr>
          <p:grpSpPr>
            <a:xfrm>
              <a:off x="461225" y="3989700"/>
              <a:ext cx="1110600" cy="1110726"/>
              <a:chOff x="461225" y="3249175"/>
              <a:chExt cx="1110600" cy="1110726"/>
            </a:xfrm>
          </p:grpSpPr>
          <p:sp>
            <p:nvSpPr>
              <p:cNvPr id="604" name="Google Shape;604;p26"/>
              <p:cNvSpPr/>
              <p:nvPr/>
            </p:nvSpPr>
            <p:spPr>
              <a:xfrm>
                <a:off x="461225" y="3989701"/>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5" name="Google Shape;605;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6" name="Google Shape;606;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07" name="Google Shape;607;p26"/>
            <p:cNvGrpSpPr/>
            <p:nvPr/>
          </p:nvGrpSpPr>
          <p:grpSpPr>
            <a:xfrm>
              <a:off x="831422" y="4360025"/>
              <a:ext cx="370203" cy="740520"/>
              <a:chOff x="831422" y="3249175"/>
              <a:chExt cx="370203" cy="740520"/>
            </a:xfrm>
          </p:grpSpPr>
          <p:sp>
            <p:nvSpPr>
              <p:cNvPr id="608" name="Google Shape;608;p26"/>
              <p:cNvSpPr/>
              <p:nvPr/>
            </p:nvSpPr>
            <p:spPr>
              <a:xfrm>
                <a:off x="831422" y="361949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9" name="Google Shape;609;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sp>
        <p:nvSpPr>
          <p:cNvPr id="610" name="Google Shape;610;p26"/>
          <p:cNvSpPr/>
          <p:nvPr/>
        </p:nvSpPr>
        <p:spPr>
          <a:xfrm>
            <a:off x="7394250" y="-8100"/>
            <a:ext cx="1759750" cy="2691775"/>
          </a:xfrm>
          <a:custGeom>
            <a:rect b="b" l="l" r="r" t="t"/>
            <a:pathLst>
              <a:path extrusionOk="0" h="107671" w="70390">
                <a:moveTo>
                  <a:pt x="0" y="95"/>
                </a:moveTo>
                <a:lnTo>
                  <a:pt x="70390" y="0"/>
                </a:lnTo>
                <a:lnTo>
                  <a:pt x="70200" y="107671"/>
                </a:lnTo>
                <a:close/>
              </a:path>
            </a:pathLst>
          </a:custGeom>
          <a:gradFill>
            <a:gsLst>
              <a:gs pos="0">
                <a:schemeClr val="accent2"/>
              </a:gs>
              <a:gs pos="37000">
                <a:schemeClr val="lt2"/>
              </a:gs>
              <a:gs pos="92000">
                <a:schemeClr val="accent1"/>
              </a:gs>
              <a:gs pos="100000">
                <a:schemeClr val="accent1"/>
              </a:gs>
            </a:gsLst>
            <a:lin ang="13500032" scaled="0"/>
          </a:gradFill>
          <a:ln>
            <a:noFill/>
          </a:ln>
        </p:spPr>
      </p:sp>
      <p:sp>
        <p:nvSpPr>
          <p:cNvPr id="611" name="Google Shape;611;p26"/>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612" name="Google Shape;612;p26"/>
          <p:cNvSpPr txBox="1"/>
          <p:nvPr>
            <p:ph idx="2" type="title"/>
          </p:nvPr>
        </p:nvSpPr>
        <p:spPr>
          <a:xfrm>
            <a:off x="115025" y="502775"/>
            <a:ext cx="6055500" cy="8409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613" name="Google Shape;613;p26"/>
          <p:cNvSpPr txBox="1"/>
          <p:nvPr>
            <p:ph idx="3" type="title"/>
          </p:nvPr>
        </p:nvSpPr>
        <p:spPr>
          <a:xfrm>
            <a:off x="115025"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614" name="Google Shape;614;p26"/>
          <p:cNvSpPr txBox="1"/>
          <p:nvPr>
            <p:ph idx="4" type="title"/>
          </p:nvPr>
        </p:nvSpPr>
        <p:spPr>
          <a:xfrm>
            <a:off x="2634200"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lt2"/>
                </a:solidFill>
                <a:latin typeface="IBM Plex Sans Medium"/>
                <a:ea typeface="IBM Plex Sans Medium"/>
                <a:cs typeface="IBM Plex Sans Medium"/>
                <a:sym typeface="IBM Plex Sans Medium"/>
              </a:defRPr>
            </a:lvl1pPr>
            <a:lvl2pPr lvl="1">
              <a:spcBef>
                <a:spcPts val="0"/>
              </a:spcBef>
              <a:spcAft>
                <a:spcPts val="0"/>
              </a:spcAft>
              <a:buClr>
                <a:schemeClr val="lt2"/>
              </a:buClr>
              <a:buSzPts val="3000"/>
              <a:buNone/>
              <a:defRPr>
                <a:solidFill>
                  <a:schemeClr val="lt2"/>
                </a:solidFill>
              </a:defRPr>
            </a:lvl2pPr>
            <a:lvl3pPr lvl="2">
              <a:spcBef>
                <a:spcPts val="0"/>
              </a:spcBef>
              <a:spcAft>
                <a:spcPts val="0"/>
              </a:spcAft>
              <a:buClr>
                <a:schemeClr val="lt2"/>
              </a:buClr>
              <a:buSzPts val="3000"/>
              <a:buNone/>
              <a:defRPr>
                <a:solidFill>
                  <a:schemeClr val="lt2"/>
                </a:solidFill>
              </a:defRPr>
            </a:lvl3pPr>
            <a:lvl4pPr lvl="3">
              <a:spcBef>
                <a:spcPts val="0"/>
              </a:spcBef>
              <a:spcAft>
                <a:spcPts val="0"/>
              </a:spcAft>
              <a:buClr>
                <a:schemeClr val="lt2"/>
              </a:buClr>
              <a:buSzPts val="3000"/>
              <a:buNone/>
              <a:defRPr>
                <a:solidFill>
                  <a:schemeClr val="lt2"/>
                </a:solidFill>
              </a:defRPr>
            </a:lvl4pPr>
            <a:lvl5pPr lvl="4">
              <a:spcBef>
                <a:spcPts val="0"/>
              </a:spcBef>
              <a:spcAft>
                <a:spcPts val="0"/>
              </a:spcAft>
              <a:buClr>
                <a:schemeClr val="lt2"/>
              </a:buClr>
              <a:buSzPts val="3000"/>
              <a:buNone/>
              <a:defRPr>
                <a:solidFill>
                  <a:schemeClr val="lt2"/>
                </a:solidFill>
              </a:defRPr>
            </a:lvl5pPr>
            <a:lvl6pPr lvl="5">
              <a:spcBef>
                <a:spcPts val="0"/>
              </a:spcBef>
              <a:spcAft>
                <a:spcPts val="0"/>
              </a:spcAft>
              <a:buClr>
                <a:schemeClr val="lt2"/>
              </a:buClr>
              <a:buSzPts val="3000"/>
              <a:buNone/>
              <a:defRPr>
                <a:solidFill>
                  <a:schemeClr val="lt2"/>
                </a:solidFill>
              </a:defRPr>
            </a:lvl6pPr>
            <a:lvl7pPr lvl="6">
              <a:spcBef>
                <a:spcPts val="0"/>
              </a:spcBef>
              <a:spcAft>
                <a:spcPts val="0"/>
              </a:spcAft>
              <a:buClr>
                <a:schemeClr val="lt2"/>
              </a:buClr>
              <a:buSzPts val="3000"/>
              <a:buNone/>
              <a:defRPr>
                <a:solidFill>
                  <a:schemeClr val="lt2"/>
                </a:solidFill>
              </a:defRPr>
            </a:lvl7pPr>
            <a:lvl8pPr lvl="7">
              <a:spcBef>
                <a:spcPts val="0"/>
              </a:spcBef>
              <a:spcAft>
                <a:spcPts val="0"/>
              </a:spcAft>
              <a:buClr>
                <a:schemeClr val="lt2"/>
              </a:buClr>
              <a:buSzPts val="3000"/>
              <a:buNone/>
              <a:defRPr>
                <a:solidFill>
                  <a:schemeClr val="lt2"/>
                </a:solidFill>
              </a:defRPr>
            </a:lvl8pPr>
            <a:lvl9pPr lvl="8">
              <a:spcBef>
                <a:spcPts val="0"/>
              </a:spcBef>
              <a:spcAft>
                <a:spcPts val="0"/>
              </a:spcAft>
              <a:buClr>
                <a:schemeClr val="lt2"/>
              </a:buClr>
              <a:buSzPts val="3000"/>
              <a:buNone/>
              <a:defRPr>
                <a:solidFill>
                  <a:schemeClr val="lt2"/>
                </a:solidFill>
              </a:defRPr>
            </a:lvl9pPr>
          </a:lstStyle>
          <a:p/>
        </p:txBody>
      </p:sp>
      <p:sp>
        <p:nvSpPr>
          <p:cNvPr id="615" name="Google Shape;615;p26"/>
          <p:cNvSpPr txBox="1"/>
          <p:nvPr>
            <p:ph idx="5" type="title"/>
          </p:nvPr>
        </p:nvSpPr>
        <p:spPr>
          <a:xfrm>
            <a:off x="5169188"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616" name="Google Shape;616;p26"/>
          <p:cNvSpPr txBox="1"/>
          <p:nvPr>
            <p:ph idx="1" type="body"/>
          </p:nvPr>
        </p:nvSpPr>
        <p:spPr>
          <a:xfrm>
            <a:off x="115025"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7" name="Google Shape;617;p26"/>
          <p:cNvSpPr txBox="1"/>
          <p:nvPr>
            <p:ph idx="6" type="body"/>
          </p:nvPr>
        </p:nvSpPr>
        <p:spPr>
          <a:xfrm>
            <a:off x="115025"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8" name="Google Shape;618;p26"/>
          <p:cNvSpPr txBox="1"/>
          <p:nvPr>
            <p:ph idx="7" type="body"/>
          </p:nvPr>
        </p:nvSpPr>
        <p:spPr>
          <a:xfrm>
            <a:off x="2634200"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9" name="Google Shape;619;p26"/>
          <p:cNvSpPr txBox="1"/>
          <p:nvPr>
            <p:ph idx="8" type="body"/>
          </p:nvPr>
        </p:nvSpPr>
        <p:spPr>
          <a:xfrm>
            <a:off x="2634200"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0" name="Google Shape;620;p26"/>
          <p:cNvSpPr txBox="1"/>
          <p:nvPr>
            <p:ph idx="9" type="body"/>
          </p:nvPr>
        </p:nvSpPr>
        <p:spPr>
          <a:xfrm>
            <a:off x="5169188"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1" name="Google Shape;621;p26"/>
          <p:cNvSpPr txBox="1"/>
          <p:nvPr>
            <p:ph idx="13" type="body"/>
          </p:nvPr>
        </p:nvSpPr>
        <p:spPr>
          <a:xfrm>
            <a:off x="5169188"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2" name="Google Shape;622;p26"/>
          <p:cNvSpPr txBox="1"/>
          <p:nvPr>
            <p:ph idx="14"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15:clr>
            <a:srgbClr val="E46962"/>
          </p15:clr>
        </p15:guide>
        <p15:guide id="2" pos="5760">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Alt 1">
  <p:cSld name="BLANK_1_1_1_1_1_1_1_1_1_1_1_1_1_1_1">
    <p:bg>
      <p:bgPr>
        <a:solidFill>
          <a:schemeClr val="lt1"/>
        </a:solidFill>
      </p:bgPr>
    </p:bg>
    <p:spTree>
      <p:nvGrpSpPr>
        <p:cNvPr id="623" name="Shape 623"/>
        <p:cNvGrpSpPr/>
        <p:nvPr/>
      </p:nvGrpSpPr>
      <p:grpSpPr>
        <a:xfrm>
          <a:off x="0" y="0"/>
          <a:ext cx="0" cy="0"/>
          <a:chOff x="0" y="0"/>
          <a:chExt cx="0" cy="0"/>
        </a:xfrm>
      </p:grpSpPr>
      <p:grpSp>
        <p:nvGrpSpPr>
          <p:cNvPr id="624" name="Google Shape;624;p27"/>
          <p:cNvGrpSpPr/>
          <p:nvPr/>
        </p:nvGrpSpPr>
        <p:grpSpPr>
          <a:xfrm>
            <a:off x="0" y="506850"/>
            <a:ext cx="930250" cy="2593175"/>
            <a:chOff x="0" y="506850"/>
            <a:chExt cx="930250" cy="2593175"/>
          </a:xfrm>
        </p:grpSpPr>
        <p:grpSp>
          <p:nvGrpSpPr>
            <p:cNvPr id="625" name="Google Shape;625;p27"/>
            <p:cNvGrpSpPr/>
            <p:nvPr/>
          </p:nvGrpSpPr>
          <p:grpSpPr>
            <a:xfrm>
              <a:off x="0" y="877050"/>
              <a:ext cx="930250" cy="2222975"/>
              <a:chOff x="1233650" y="2421900"/>
              <a:chExt cx="930250" cy="2222975"/>
            </a:xfrm>
          </p:grpSpPr>
          <p:grpSp>
            <p:nvGrpSpPr>
              <p:cNvPr id="626" name="Google Shape;626;p27"/>
              <p:cNvGrpSpPr/>
              <p:nvPr/>
            </p:nvGrpSpPr>
            <p:grpSpPr>
              <a:xfrm>
                <a:off x="1233650" y="2793625"/>
                <a:ext cx="560050" cy="1851250"/>
                <a:chOff x="1381975" y="3249175"/>
                <a:chExt cx="560050" cy="1851250"/>
              </a:xfrm>
            </p:grpSpPr>
            <p:sp>
              <p:nvSpPr>
                <p:cNvPr id="627" name="Google Shape;627;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28" name="Google Shape;628;p27"/>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29" name="Google Shape;629;p27"/>
                <p:cNvGrpSpPr/>
                <p:nvPr/>
              </p:nvGrpSpPr>
              <p:grpSpPr>
                <a:xfrm>
                  <a:off x="1381975" y="3989700"/>
                  <a:ext cx="560050" cy="1110725"/>
                  <a:chOff x="1381975" y="3249175"/>
                  <a:chExt cx="560050" cy="1110725"/>
                </a:xfrm>
              </p:grpSpPr>
              <p:sp>
                <p:nvSpPr>
                  <p:cNvPr id="630" name="Google Shape;630;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1" name="Google Shape;631;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2" name="Google Shape;632;p27"/>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33" name="Google Shape;633;p27"/>
                <p:cNvGrpSpPr/>
                <p:nvPr/>
              </p:nvGrpSpPr>
              <p:grpSpPr>
                <a:xfrm>
                  <a:off x="1381975" y="4360025"/>
                  <a:ext cx="560050" cy="370200"/>
                  <a:chOff x="1381975" y="3249175"/>
                  <a:chExt cx="560050" cy="370200"/>
                </a:xfrm>
              </p:grpSpPr>
              <p:sp>
                <p:nvSpPr>
                  <p:cNvPr id="634" name="Google Shape;634;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5" name="Google Shape;635;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36" name="Google Shape;636;p27"/>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37" name="Google Shape;637;p27"/>
            <p:cNvSpPr/>
            <p:nvPr/>
          </p:nvSpPr>
          <p:spPr>
            <a:xfrm>
              <a:off x="183800" y="5068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38" name="Google Shape;638;p27"/>
          <p:cNvSpPr txBox="1"/>
          <p:nvPr>
            <p:ph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639" name="Google Shape;639;p27"/>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640" name="Google Shape;640;p27"/>
          <p:cNvSpPr txBox="1"/>
          <p:nvPr>
            <p:ph idx="2" type="subTitle"/>
          </p:nvPr>
        </p:nvSpPr>
        <p:spPr>
          <a:xfrm>
            <a:off x="2942250"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1" name="Google Shape;641;p27"/>
          <p:cNvSpPr txBox="1"/>
          <p:nvPr>
            <p:ph idx="3" type="subTitle"/>
          </p:nvPr>
        </p:nvSpPr>
        <p:spPr>
          <a:xfrm>
            <a:off x="1078950"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42" name="Google Shape;642;p27"/>
          <p:cNvSpPr txBox="1"/>
          <p:nvPr>
            <p:ph idx="4" type="subTitle"/>
          </p:nvPr>
        </p:nvSpPr>
        <p:spPr>
          <a:xfrm>
            <a:off x="4798644"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3" name="Google Shape;643;p27"/>
          <p:cNvSpPr txBox="1"/>
          <p:nvPr>
            <p:ph idx="5" type="subTitle"/>
          </p:nvPr>
        </p:nvSpPr>
        <p:spPr>
          <a:xfrm>
            <a:off x="294225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44" name="Google Shape;644;p27"/>
          <p:cNvSpPr txBox="1"/>
          <p:nvPr>
            <p:ph idx="6" type="subTitle"/>
          </p:nvPr>
        </p:nvSpPr>
        <p:spPr>
          <a:xfrm>
            <a:off x="6671581"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5" name="Google Shape;645;p27"/>
          <p:cNvSpPr txBox="1"/>
          <p:nvPr>
            <p:ph idx="7" type="subTitle"/>
          </p:nvPr>
        </p:nvSpPr>
        <p:spPr>
          <a:xfrm>
            <a:off x="479864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646" name="Google Shape;646;p27"/>
          <p:cNvGrpSpPr/>
          <p:nvPr/>
        </p:nvGrpSpPr>
        <p:grpSpPr>
          <a:xfrm rot="5400000">
            <a:off x="7381575" y="-838700"/>
            <a:ext cx="930250" cy="2591775"/>
            <a:chOff x="0" y="508250"/>
            <a:chExt cx="930250" cy="2591775"/>
          </a:xfrm>
        </p:grpSpPr>
        <p:grpSp>
          <p:nvGrpSpPr>
            <p:cNvPr id="647" name="Google Shape;647;p27"/>
            <p:cNvGrpSpPr/>
            <p:nvPr/>
          </p:nvGrpSpPr>
          <p:grpSpPr>
            <a:xfrm>
              <a:off x="0" y="877050"/>
              <a:ext cx="930250" cy="2222975"/>
              <a:chOff x="1233650" y="2421900"/>
              <a:chExt cx="930250" cy="2222975"/>
            </a:xfrm>
          </p:grpSpPr>
          <p:grpSp>
            <p:nvGrpSpPr>
              <p:cNvPr id="648" name="Google Shape;648;p27"/>
              <p:cNvGrpSpPr/>
              <p:nvPr/>
            </p:nvGrpSpPr>
            <p:grpSpPr>
              <a:xfrm>
                <a:off x="1233650" y="2793625"/>
                <a:ext cx="930250" cy="1851250"/>
                <a:chOff x="1381975" y="3249175"/>
                <a:chExt cx="930250" cy="1851250"/>
              </a:xfrm>
            </p:grpSpPr>
            <p:grpSp>
              <p:nvGrpSpPr>
                <p:cNvPr id="649" name="Google Shape;649;p27"/>
                <p:cNvGrpSpPr/>
                <p:nvPr/>
              </p:nvGrpSpPr>
              <p:grpSpPr>
                <a:xfrm>
                  <a:off x="1571825" y="3249175"/>
                  <a:ext cx="740400" cy="370200"/>
                  <a:chOff x="1571825" y="3249175"/>
                  <a:chExt cx="740400" cy="370200"/>
                </a:xfrm>
              </p:grpSpPr>
              <p:sp>
                <p:nvSpPr>
                  <p:cNvPr id="650" name="Google Shape;650;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1" name="Google Shape;651;p27"/>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52" name="Google Shape;652;p27"/>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53" name="Google Shape;653;p27"/>
                <p:cNvGrpSpPr/>
                <p:nvPr/>
              </p:nvGrpSpPr>
              <p:grpSpPr>
                <a:xfrm>
                  <a:off x="1381975" y="3989700"/>
                  <a:ext cx="560050" cy="1110725"/>
                  <a:chOff x="1381975" y="3249175"/>
                  <a:chExt cx="560050" cy="1110725"/>
                </a:xfrm>
              </p:grpSpPr>
              <p:sp>
                <p:nvSpPr>
                  <p:cNvPr id="654" name="Google Shape;654;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5" name="Google Shape;655;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6" name="Google Shape;656;p27"/>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57" name="Google Shape;657;p27"/>
                <p:cNvGrpSpPr/>
                <p:nvPr/>
              </p:nvGrpSpPr>
              <p:grpSpPr>
                <a:xfrm>
                  <a:off x="1381975" y="4360025"/>
                  <a:ext cx="560050" cy="370200"/>
                  <a:chOff x="1381975" y="3249175"/>
                  <a:chExt cx="560050" cy="370200"/>
                </a:xfrm>
              </p:grpSpPr>
              <p:sp>
                <p:nvSpPr>
                  <p:cNvPr id="658" name="Google Shape;658;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9" name="Google Shape;659;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60" name="Google Shape;660;p27"/>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1" name="Google Shape;661;p27"/>
            <p:cNvSpPr/>
            <p:nvPr/>
          </p:nvSpPr>
          <p:spPr>
            <a:xfrm>
              <a:off x="189850" y="5082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2" name="Google Shape;662;p27"/>
          <p:cNvSpPr txBox="1"/>
          <p:nvPr>
            <p:ph idx="8" type="subTitle"/>
          </p:nvPr>
        </p:nvSpPr>
        <p:spPr>
          <a:xfrm>
            <a:off x="6671579"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63" name="Google Shape;663;p27"/>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cxnSp>
        <p:nvCxnSpPr>
          <p:cNvPr id="664" name="Google Shape;664;p27"/>
          <p:cNvCxnSpPr/>
          <p:nvPr/>
        </p:nvCxnSpPr>
        <p:spPr>
          <a:xfrm>
            <a:off x="1865850" y="392700"/>
            <a:ext cx="0" cy="390300"/>
          </a:xfrm>
          <a:prstGeom prst="straightConnector1">
            <a:avLst/>
          </a:prstGeom>
          <a:noFill/>
          <a:ln cap="flat" cmpd="sng" w="19050">
            <a:solidFill>
              <a:schemeClr val="accent3"/>
            </a:solidFill>
            <a:prstDash val="solid"/>
            <a:round/>
            <a:headEnd len="med" w="med" type="none"/>
            <a:tailEnd len="med" w="med" type="none"/>
          </a:ln>
        </p:spPr>
      </p:cxnSp>
      <p:sp>
        <p:nvSpPr>
          <p:cNvPr id="665" name="Google Shape;665;p27"/>
          <p:cNvSpPr/>
          <p:nvPr/>
        </p:nvSpPr>
        <p:spPr>
          <a:xfrm rot="5400000">
            <a:off x="8773788" y="9223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6" name="Google Shape;666;p27"/>
          <p:cNvSpPr/>
          <p:nvPr/>
        </p:nvSpPr>
        <p:spPr>
          <a:xfrm rot="5400000">
            <a:off x="8773788" y="12925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7" name="Google Shape;667;p27"/>
          <p:cNvSpPr txBox="1"/>
          <p:nvPr>
            <p:ph idx="13" type="subTitle"/>
          </p:nvPr>
        </p:nvSpPr>
        <p:spPr>
          <a:xfrm>
            <a:off x="1078938"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68" name="Google Shape;668;p27"/>
          <p:cNvSpPr txBox="1"/>
          <p:nvPr>
            <p:ph idx="14" type="title"/>
          </p:nvPr>
        </p:nvSpPr>
        <p:spPr>
          <a:xfrm>
            <a:off x="348450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69" name="Google Shape;669;p27"/>
          <p:cNvSpPr txBox="1"/>
          <p:nvPr>
            <p:ph idx="15" type="title"/>
          </p:nvPr>
        </p:nvSpPr>
        <p:spPr>
          <a:xfrm>
            <a:off x="720420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800"/>
              <a:buFont typeface="IBM Plex Sans"/>
              <a:buNone/>
              <a:defRPr b="1" sz="1800"/>
            </a:lvl1pPr>
            <a:lvl2pPr lvl="1" algn="ctr">
              <a:spcBef>
                <a:spcPts val="0"/>
              </a:spcBef>
              <a:spcAft>
                <a:spcPts val="0"/>
              </a:spcAft>
              <a:buClr>
                <a:schemeClr val="lt1"/>
              </a:buClr>
              <a:buSzPts val="3000"/>
              <a:buNone/>
              <a:defRPr b="1">
                <a:solidFill>
                  <a:schemeClr val="lt1"/>
                </a:solidFill>
              </a:defRPr>
            </a:lvl2pPr>
            <a:lvl3pPr lvl="2" algn="ctr">
              <a:spcBef>
                <a:spcPts val="0"/>
              </a:spcBef>
              <a:spcAft>
                <a:spcPts val="0"/>
              </a:spcAft>
              <a:buClr>
                <a:schemeClr val="lt1"/>
              </a:buClr>
              <a:buSzPts val="3000"/>
              <a:buNone/>
              <a:defRPr b="1">
                <a:solidFill>
                  <a:schemeClr val="lt1"/>
                </a:solidFill>
              </a:defRPr>
            </a:lvl3pPr>
            <a:lvl4pPr lvl="3" algn="ctr">
              <a:spcBef>
                <a:spcPts val="0"/>
              </a:spcBef>
              <a:spcAft>
                <a:spcPts val="0"/>
              </a:spcAft>
              <a:buClr>
                <a:schemeClr val="lt1"/>
              </a:buClr>
              <a:buSzPts val="3000"/>
              <a:buNone/>
              <a:defRPr b="1">
                <a:solidFill>
                  <a:schemeClr val="lt1"/>
                </a:solidFill>
              </a:defRPr>
            </a:lvl4pPr>
            <a:lvl5pPr lvl="4" algn="ctr">
              <a:spcBef>
                <a:spcPts val="0"/>
              </a:spcBef>
              <a:spcAft>
                <a:spcPts val="0"/>
              </a:spcAft>
              <a:buClr>
                <a:schemeClr val="lt1"/>
              </a:buClr>
              <a:buSzPts val="3000"/>
              <a:buNone/>
              <a:defRPr b="1">
                <a:solidFill>
                  <a:schemeClr val="lt1"/>
                </a:solidFill>
              </a:defRPr>
            </a:lvl5pPr>
            <a:lvl6pPr lvl="5" algn="ctr">
              <a:spcBef>
                <a:spcPts val="0"/>
              </a:spcBef>
              <a:spcAft>
                <a:spcPts val="0"/>
              </a:spcAft>
              <a:buClr>
                <a:schemeClr val="lt1"/>
              </a:buClr>
              <a:buSzPts val="3000"/>
              <a:buNone/>
              <a:defRPr b="1">
                <a:solidFill>
                  <a:schemeClr val="lt1"/>
                </a:solidFill>
              </a:defRPr>
            </a:lvl6pPr>
            <a:lvl7pPr lvl="6" algn="ctr">
              <a:spcBef>
                <a:spcPts val="0"/>
              </a:spcBef>
              <a:spcAft>
                <a:spcPts val="0"/>
              </a:spcAft>
              <a:buClr>
                <a:schemeClr val="lt1"/>
              </a:buClr>
              <a:buSzPts val="3000"/>
              <a:buNone/>
              <a:defRPr b="1">
                <a:solidFill>
                  <a:schemeClr val="lt1"/>
                </a:solidFill>
              </a:defRPr>
            </a:lvl7pPr>
            <a:lvl8pPr lvl="7" algn="ctr">
              <a:spcBef>
                <a:spcPts val="0"/>
              </a:spcBef>
              <a:spcAft>
                <a:spcPts val="0"/>
              </a:spcAft>
              <a:buClr>
                <a:schemeClr val="lt1"/>
              </a:buClr>
              <a:buSzPts val="3000"/>
              <a:buNone/>
              <a:defRPr b="1">
                <a:solidFill>
                  <a:schemeClr val="lt1"/>
                </a:solidFill>
              </a:defRPr>
            </a:lvl8pPr>
            <a:lvl9pPr lvl="8" algn="ctr">
              <a:spcBef>
                <a:spcPts val="0"/>
              </a:spcBef>
              <a:spcAft>
                <a:spcPts val="0"/>
              </a:spcAft>
              <a:buClr>
                <a:schemeClr val="lt1"/>
              </a:buClr>
              <a:buSzPts val="3000"/>
              <a:buNone/>
              <a:defRPr b="1">
                <a:solidFill>
                  <a:schemeClr val="lt1"/>
                </a:solidFill>
              </a:defRPr>
            </a:lvl9pPr>
          </a:lstStyle>
          <a:p/>
        </p:txBody>
      </p:sp>
      <p:sp>
        <p:nvSpPr>
          <p:cNvPr id="670" name="Google Shape;670;p27"/>
          <p:cNvSpPr txBox="1"/>
          <p:nvPr>
            <p:ph idx="16" type="title"/>
          </p:nvPr>
        </p:nvSpPr>
        <p:spPr>
          <a:xfrm>
            <a:off x="534435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71" name="Google Shape;671;p27"/>
          <p:cNvSpPr txBox="1"/>
          <p:nvPr>
            <p:ph idx="17" type="title"/>
          </p:nvPr>
        </p:nvSpPr>
        <p:spPr>
          <a:xfrm>
            <a:off x="162465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72" name="Google Shape;672;p27"/>
          <p:cNvSpPr txBox="1"/>
          <p:nvPr>
            <p:ph idx="1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1175">
          <p15:clr>
            <a:srgbClr val="E46962"/>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2">
    <p:bg>
      <p:bgPr>
        <a:solidFill>
          <a:schemeClr val="lt1"/>
        </a:solidFill>
      </p:bgPr>
    </p:bg>
    <p:spTree>
      <p:nvGrpSpPr>
        <p:cNvPr id="673" name="Shape 673"/>
        <p:cNvGrpSpPr/>
        <p:nvPr/>
      </p:nvGrpSpPr>
      <p:grpSpPr>
        <a:xfrm>
          <a:off x="0" y="0"/>
          <a:ext cx="0" cy="0"/>
          <a:chOff x="0" y="0"/>
          <a:chExt cx="0" cy="0"/>
        </a:xfrm>
      </p:grpSpPr>
      <p:sp>
        <p:nvSpPr>
          <p:cNvPr id="674" name="Google Shape;674;p28"/>
          <p:cNvSpPr txBox="1"/>
          <p:nvPr>
            <p:ph idx="1" type="body"/>
          </p:nvPr>
        </p:nvSpPr>
        <p:spPr>
          <a:xfrm>
            <a:off x="1867950"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5" name="Google Shape;675;p28"/>
          <p:cNvSpPr txBox="1"/>
          <p:nvPr>
            <p:ph idx="2" type="body"/>
          </p:nvPr>
        </p:nvSpPr>
        <p:spPr>
          <a:xfrm>
            <a:off x="1867950"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6" name="Google Shape;676;p28"/>
          <p:cNvSpPr txBox="1"/>
          <p:nvPr>
            <p:ph idx="3" type="body"/>
          </p:nvPr>
        </p:nvSpPr>
        <p:spPr>
          <a:xfrm>
            <a:off x="5297575"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7" name="Google Shape;677;p28"/>
          <p:cNvSpPr txBox="1"/>
          <p:nvPr>
            <p:ph idx="4" type="body"/>
          </p:nvPr>
        </p:nvSpPr>
        <p:spPr>
          <a:xfrm>
            <a:off x="5297575"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grpSp>
        <p:nvGrpSpPr>
          <p:cNvPr id="678" name="Google Shape;678;p28"/>
          <p:cNvGrpSpPr/>
          <p:nvPr/>
        </p:nvGrpSpPr>
        <p:grpSpPr>
          <a:xfrm>
            <a:off x="7073603" y="0"/>
            <a:ext cx="2070408" cy="1617374"/>
            <a:chOff x="6787102" y="-57263"/>
            <a:chExt cx="2403260" cy="1877393"/>
          </a:xfrm>
        </p:grpSpPr>
        <p:grpSp>
          <p:nvGrpSpPr>
            <p:cNvPr id="679" name="Google Shape;679;p28"/>
            <p:cNvGrpSpPr/>
            <p:nvPr/>
          </p:nvGrpSpPr>
          <p:grpSpPr>
            <a:xfrm rot="10800000">
              <a:off x="8286413" y="1320355"/>
              <a:ext cx="903863" cy="499775"/>
              <a:chOff x="532097" y="3249175"/>
              <a:chExt cx="669528" cy="370204"/>
            </a:xfrm>
          </p:grpSpPr>
          <p:sp>
            <p:nvSpPr>
              <p:cNvPr id="680" name="Google Shape;680;p28"/>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1" name="Google Shape;681;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2" name="Google Shape;682;p28"/>
            <p:cNvGrpSpPr/>
            <p:nvPr/>
          </p:nvGrpSpPr>
          <p:grpSpPr>
            <a:xfrm rot="10800000">
              <a:off x="6787103" y="820419"/>
              <a:ext cx="2402289" cy="499772"/>
              <a:chOff x="532752" y="3249175"/>
              <a:chExt cx="1779473" cy="370202"/>
            </a:xfrm>
          </p:grpSpPr>
          <p:sp>
            <p:nvSpPr>
              <p:cNvPr id="683" name="Google Shape;683;p28"/>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4" name="Google Shape;684;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5" name="Google Shape;685;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6" name="Google Shape;686;p2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7" name="Google Shape;687;p28"/>
            <p:cNvGrpSpPr/>
            <p:nvPr/>
          </p:nvGrpSpPr>
          <p:grpSpPr>
            <a:xfrm rot="10800000">
              <a:off x="7286873" y="320651"/>
              <a:ext cx="1499310" cy="499770"/>
              <a:chOff x="831425" y="3249175"/>
              <a:chExt cx="1110600" cy="370200"/>
            </a:xfrm>
          </p:grpSpPr>
          <p:sp>
            <p:nvSpPr>
              <p:cNvPr id="688" name="Google Shape;688;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9" name="Google Shape;689;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0" name="Google Shape;690;p2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91" name="Google Shape;691;p28"/>
            <p:cNvGrpSpPr/>
            <p:nvPr/>
          </p:nvGrpSpPr>
          <p:grpSpPr>
            <a:xfrm rot="10800000">
              <a:off x="6787102" y="-57263"/>
              <a:ext cx="2403260" cy="377865"/>
              <a:chOff x="532032" y="3249173"/>
              <a:chExt cx="1780193" cy="370202"/>
            </a:xfrm>
          </p:grpSpPr>
          <p:sp>
            <p:nvSpPr>
              <p:cNvPr id="692" name="Google Shape;692;p28"/>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3" name="Google Shape;693;p28"/>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4" name="Google Shape;694;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5" name="Google Shape;695;p2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6" name="Google Shape;696;p2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97" name="Google Shape;697;p28"/>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8" name="Google Shape;698;p28"/>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9" name="Google Shape;699;p28"/>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0" name="Google Shape;700;p28"/>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1" name="Google Shape;701;p28"/>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02" name="Google Shape;702;p28"/>
          <p:cNvSpPr txBox="1"/>
          <p:nvPr>
            <p:ph idx="5"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lt2"/>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703" name="Google Shape;703;p28"/>
          <p:cNvSpPr txBox="1"/>
          <p:nvPr>
            <p:ph idx="6"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704" name="Google Shape;704;p28"/>
          <p:cNvSpPr txBox="1"/>
          <p:nvPr>
            <p:ph idx="7" type="subTitle"/>
          </p:nvPr>
        </p:nvSpPr>
        <p:spPr>
          <a:xfrm>
            <a:off x="1867950"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5" name="Google Shape;705;p28"/>
          <p:cNvSpPr txBox="1"/>
          <p:nvPr>
            <p:ph idx="8" type="subTitle"/>
          </p:nvPr>
        </p:nvSpPr>
        <p:spPr>
          <a:xfrm>
            <a:off x="1867950"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6" name="Google Shape;706;p28"/>
          <p:cNvSpPr txBox="1"/>
          <p:nvPr>
            <p:ph idx="9" type="subTitle"/>
          </p:nvPr>
        </p:nvSpPr>
        <p:spPr>
          <a:xfrm>
            <a:off x="5297575"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7" name="Google Shape;707;p28"/>
          <p:cNvSpPr txBox="1"/>
          <p:nvPr>
            <p:ph idx="13" type="subTitle"/>
          </p:nvPr>
        </p:nvSpPr>
        <p:spPr>
          <a:xfrm>
            <a:off x="5297575"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8" name="Google Shape;708;p28"/>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07">
          <p15:clr>
            <a:srgbClr val="E46962"/>
          </p15:clr>
        </p15:guide>
        <p15:guide id="3" pos="2262">
          <p15:clr>
            <a:srgbClr val="E46962"/>
          </p15:clr>
        </p15:guide>
        <p15:guide id="4" orient="horz" pos="1006">
          <p15:clr>
            <a:srgbClr val="E46962"/>
          </p15:clr>
        </p15:guide>
        <p15:guide id="5" pos="1175">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3">
  <p:cSld name="BLANK_1_1_1_1_1_1_1_1_1_1_1_1_1_1_1_2_1">
    <p:bg>
      <p:bgPr>
        <a:solidFill>
          <a:schemeClr val="lt1"/>
        </a:solidFill>
      </p:bgPr>
    </p:bg>
    <p:spTree>
      <p:nvGrpSpPr>
        <p:cNvPr id="709" name="Shape 709"/>
        <p:cNvGrpSpPr/>
        <p:nvPr/>
      </p:nvGrpSpPr>
      <p:grpSpPr>
        <a:xfrm>
          <a:off x="0" y="0"/>
          <a:ext cx="0" cy="0"/>
          <a:chOff x="0" y="0"/>
          <a:chExt cx="0" cy="0"/>
        </a:xfrm>
      </p:grpSpPr>
      <p:sp>
        <p:nvSpPr>
          <p:cNvPr id="710" name="Google Shape;710;p29"/>
          <p:cNvSpPr txBox="1"/>
          <p:nvPr>
            <p:ph type="title"/>
          </p:nvPr>
        </p:nvSpPr>
        <p:spPr>
          <a:xfrm>
            <a:off x="104850" y="2155850"/>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1" name="Google Shape;711;p29"/>
          <p:cNvSpPr txBox="1"/>
          <p:nvPr>
            <p:ph idx="2" type="title"/>
          </p:nvPr>
        </p:nvSpPr>
        <p:spPr>
          <a:xfrm>
            <a:off x="1932925"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2" name="Google Shape;712;p29"/>
          <p:cNvSpPr txBox="1"/>
          <p:nvPr>
            <p:ph idx="3" type="title"/>
          </p:nvPr>
        </p:nvSpPr>
        <p:spPr>
          <a:xfrm>
            <a:off x="376100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3" name="Google Shape;713;p29"/>
          <p:cNvSpPr txBox="1"/>
          <p:nvPr>
            <p:ph idx="4" type="title"/>
          </p:nvPr>
        </p:nvSpPr>
        <p:spPr>
          <a:xfrm>
            <a:off x="560715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4" name="Google Shape;714;p29"/>
          <p:cNvSpPr txBox="1"/>
          <p:nvPr>
            <p:ph idx="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15" name="Google Shape;715;p29"/>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cxnSp>
        <p:nvCxnSpPr>
          <p:cNvPr id="716" name="Google Shape;716;p29"/>
          <p:cNvCxnSpPr/>
          <p:nvPr/>
        </p:nvCxnSpPr>
        <p:spPr>
          <a:xfrm>
            <a:off x="1865850" y="392700"/>
            <a:ext cx="0" cy="390300"/>
          </a:xfrm>
          <a:prstGeom prst="straightConnector1">
            <a:avLst/>
          </a:prstGeom>
          <a:noFill/>
          <a:ln cap="flat" cmpd="sng" w="19050">
            <a:solidFill>
              <a:schemeClr val="accent6"/>
            </a:solidFill>
            <a:prstDash val="solid"/>
            <a:round/>
            <a:headEnd len="med" w="med" type="none"/>
            <a:tailEnd len="med" w="med" type="none"/>
          </a:ln>
        </p:spPr>
      </p:cxnSp>
      <p:grpSp>
        <p:nvGrpSpPr>
          <p:cNvPr id="717" name="Google Shape;717;p29"/>
          <p:cNvGrpSpPr/>
          <p:nvPr/>
        </p:nvGrpSpPr>
        <p:grpSpPr>
          <a:xfrm>
            <a:off x="7073603" y="0"/>
            <a:ext cx="2070408" cy="1617374"/>
            <a:chOff x="6787102" y="-57263"/>
            <a:chExt cx="2403260" cy="1877393"/>
          </a:xfrm>
        </p:grpSpPr>
        <p:grpSp>
          <p:nvGrpSpPr>
            <p:cNvPr id="718" name="Google Shape;718;p29"/>
            <p:cNvGrpSpPr/>
            <p:nvPr/>
          </p:nvGrpSpPr>
          <p:grpSpPr>
            <a:xfrm rot="10800000">
              <a:off x="8286413" y="1320355"/>
              <a:ext cx="903863" cy="499775"/>
              <a:chOff x="532097" y="3249175"/>
              <a:chExt cx="669528" cy="370204"/>
            </a:xfrm>
          </p:grpSpPr>
          <p:sp>
            <p:nvSpPr>
              <p:cNvPr id="719" name="Google Shape;719;p29"/>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0" name="Google Shape;720;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1" name="Google Shape;721;p29"/>
            <p:cNvGrpSpPr/>
            <p:nvPr/>
          </p:nvGrpSpPr>
          <p:grpSpPr>
            <a:xfrm rot="10800000">
              <a:off x="6787103" y="820419"/>
              <a:ext cx="2402289" cy="499772"/>
              <a:chOff x="532752" y="3249175"/>
              <a:chExt cx="1779473" cy="370202"/>
            </a:xfrm>
          </p:grpSpPr>
          <p:sp>
            <p:nvSpPr>
              <p:cNvPr id="722" name="Google Shape;722;p29"/>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3" name="Google Shape;723;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4" name="Google Shape;724;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5" name="Google Shape;725;p2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6" name="Google Shape;726;p29"/>
            <p:cNvGrpSpPr/>
            <p:nvPr/>
          </p:nvGrpSpPr>
          <p:grpSpPr>
            <a:xfrm rot="10800000">
              <a:off x="7286873" y="320651"/>
              <a:ext cx="1499310" cy="499770"/>
              <a:chOff x="831425" y="3249175"/>
              <a:chExt cx="1110600" cy="370200"/>
            </a:xfrm>
          </p:grpSpPr>
          <p:sp>
            <p:nvSpPr>
              <p:cNvPr id="727" name="Google Shape;727;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8" name="Google Shape;728;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9" name="Google Shape;729;p2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0" name="Google Shape;730;p29"/>
            <p:cNvGrpSpPr/>
            <p:nvPr/>
          </p:nvGrpSpPr>
          <p:grpSpPr>
            <a:xfrm rot="10800000">
              <a:off x="6787102" y="-57263"/>
              <a:ext cx="2403260" cy="377865"/>
              <a:chOff x="532032" y="3249173"/>
              <a:chExt cx="1780193" cy="370202"/>
            </a:xfrm>
          </p:grpSpPr>
          <p:sp>
            <p:nvSpPr>
              <p:cNvPr id="731" name="Google Shape;731;p29"/>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2" name="Google Shape;732;p29"/>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3" name="Google Shape;733;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4" name="Google Shape;734;p2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5" name="Google Shape;735;p2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36" name="Google Shape;736;p29"/>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7" name="Google Shape;737;p29"/>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8" name="Google Shape;738;p29"/>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9" name="Google Shape;739;p29"/>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0" name="Google Shape;740;p29"/>
          <p:cNvSpPr txBox="1"/>
          <p:nvPr>
            <p:ph idx="6" type="body"/>
          </p:nvPr>
        </p:nvSpPr>
        <p:spPr>
          <a:xfrm>
            <a:off x="1049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1" name="Google Shape;741;p29"/>
          <p:cNvSpPr txBox="1"/>
          <p:nvPr>
            <p:ph idx="7" type="body"/>
          </p:nvPr>
        </p:nvSpPr>
        <p:spPr>
          <a:xfrm>
            <a:off x="1932925"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2" name="Google Shape;742;p29"/>
          <p:cNvSpPr txBox="1"/>
          <p:nvPr>
            <p:ph idx="8" type="body"/>
          </p:nvPr>
        </p:nvSpPr>
        <p:spPr>
          <a:xfrm>
            <a:off x="37610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3" name="Google Shape;743;p29"/>
          <p:cNvSpPr txBox="1"/>
          <p:nvPr>
            <p:ph idx="9" type="body"/>
          </p:nvPr>
        </p:nvSpPr>
        <p:spPr>
          <a:xfrm>
            <a:off x="560715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4" name="Google Shape;744;p29"/>
          <p:cNvSpPr txBox="1"/>
          <p:nvPr>
            <p:ph idx="13" type="title"/>
          </p:nvPr>
        </p:nvSpPr>
        <p:spPr>
          <a:xfrm>
            <a:off x="23997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5" name="Google Shape;745;p29"/>
          <p:cNvSpPr txBox="1"/>
          <p:nvPr>
            <p:ph idx="14" type="title"/>
          </p:nvPr>
        </p:nvSpPr>
        <p:spPr>
          <a:xfrm>
            <a:off x="20095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6" name="Google Shape;746;p29"/>
          <p:cNvSpPr txBox="1"/>
          <p:nvPr>
            <p:ph idx="15" type="title"/>
          </p:nvPr>
        </p:nvSpPr>
        <p:spPr>
          <a:xfrm>
            <a:off x="389542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7" name="Google Shape;747;p29"/>
          <p:cNvSpPr txBox="1"/>
          <p:nvPr>
            <p:ph idx="16" type="title"/>
          </p:nvPr>
        </p:nvSpPr>
        <p:spPr>
          <a:xfrm>
            <a:off x="57047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8" name="Google Shape;748;p29"/>
          <p:cNvSpPr txBox="1"/>
          <p:nvPr>
            <p:ph idx="17" type="title"/>
          </p:nvPr>
        </p:nvSpPr>
        <p:spPr>
          <a:xfrm>
            <a:off x="38100" y="319650"/>
            <a:ext cx="18279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6"/>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6"/>
                </a:solidFill>
              </a:defRPr>
            </a:lvl2pPr>
            <a:lvl3pPr lvl="2">
              <a:lnSpc>
                <a:spcPct val="115000"/>
              </a:lnSpc>
              <a:spcBef>
                <a:spcPts val="0"/>
              </a:spcBef>
              <a:spcAft>
                <a:spcPts val="0"/>
              </a:spcAft>
              <a:buNone/>
              <a:defRPr sz="1800">
                <a:solidFill>
                  <a:schemeClr val="accent6"/>
                </a:solidFill>
              </a:defRPr>
            </a:lvl3pPr>
            <a:lvl4pPr lvl="3">
              <a:lnSpc>
                <a:spcPct val="115000"/>
              </a:lnSpc>
              <a:spcBef>
                <a:spcPts val="0"/>
              </a:spcBef>
              <a:spcAft>
                <a:spcPts val="0"/>
              </a:spcAft>
              <a:buNone/>
              <a:defRPr sz="1800">
                <a:solidFill>
                  <a:schemeClr val="accent6"/>
                </a:solidFill>
              </a:defRPr>
            </a:lvl4pPr>
            <a:lvl5pPr lvl="4">
              <a:lnSpc>
                <a:spcPct val="115000"/>
              </a:lnSpc>
              <a:spcBef>
                <a:spcPts val="0"/>
              </a:spcBef>
              <a:spcAft>
                <a:spcPts val="0"/>
              </a:spcAft>
              <a:buNone/>
              <a:defRPr sz="1800">
                <a:solidFill>
                  <a:schemeClr val="accent6"/>
                </a:solidFill>
              </a:defRPr>
            </a:lvl5pPr>
            <a:lvl6pPr lvl="5">
              <a:lnSpc>
                <a:spcPct val="115000"/>
              </a:lnSpc>
              <a:spcBef>
                <a:spcPts val="0"/>
              </a:spcBef>
              <a:spcAft>
                <a:spcPts val="0"/>
              </a:spcAft>
              <a:buNone/>
              <a:defRPr sz="1800">
                <a:solidFill>
                  <a:schemeClr val="accent6"/>
                </a:solidFill>
              </a:defRPr>
            </a:lvl6pPr>
            <a:lvl7pPr lvl="6">
              <a:lnSpc>
                <a:spcPct val="115000"/>
              </a:lnSpc>
              <a:spcBef>
                <a:spcPts val="0"/>
              </a:spcBef>
              <a:spcAft>
                <a:spcPts val="0"/>
              </a:spcAft>
              <a:buNone/>
              <a:defRPr sz="1800">
                <a:solidFill>
                  <a:schemeClr val="accent6"/>
                </a:solidFill>
              </a:defRPr>
            </a:lvl7pPr>
            <a:lvl8pPr lvl="7">
              <a:lnSpc>
                <a:spcPct val="115000"/>
              </a:lnSpc>
              <a:spcBef>
                <a:spcPts val="0"/>
              </a:spcBef>
              <a:spcAft>
                <a:spcPts val="0"/>
              </a:spcAft>
              <a:buNone/>
              <a:defRPr sz="1800">
                <a:solidFill>
                  <a:schemeClr val="accent6"/>
                </a:solidFill>
              </a:defRPr>
            </a:lvl8pPr>
            <a:lvl9pPr lvl="8">
              <a:lnSpc>
                <a:spcPct val="115000"/>
              </a:lnSpc>
              <a:spcBef>
                <a:spcPts val="0"/>
              </a:spcBef>
              <a:spcAft>
                <a:spcPts val="0"/>
              </a:spcAft>
              <a:buNone/>
              <a:defRPr sz="1800">
                <a:solidFill>
                  <a:schemeClr val="accent6"/>
                </a:solidFill>
              </a:defRPr>
            </a:lvl9pPr>
          </a:lstStyle>
          <a:p/>
        </p:txBody>
      </p:sp>
      <p:sp>
        <p:nvSpPr>
          <p:cNvPr id="749" name="Google Shape;749;p29"/>
          <p:cNvSpPr txBox="1"/>
          <p:nvPr>
            <p:ph idx="18"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31">
          <p15:clr>
            <a:srgbClr val="E46962"/>
          </p15:clr>
        </p15:guide>
        <p15:guide id="3" pos="2262">
          <p15:clr>
            <a:srgbClr val="E46962"/>
          </p15:clr>
        </p15:guide>
        <p15:guide id="4" pos="1173">
          <p15:clr>
            <a:srgbClr val="E46962"/>
          </p15:clr>
        </p15:guide>
        <p15:guide id="5" pos="1408">
          <p15:clr>
            <a:srgbClr val="E46962"/>
          </p15:clr>
        </p15:guide>
        <p15:guide id="6" pos="1175">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s with caption">
  <p:cSld name="BLANK_1_1_1_1_1_1_1_1_1_1_1_1_1_1_1_1_1_1_2">
    <p:bg>
      <p:bgPr>
        <a:solidFill>
          <a:schemeClr val="lt1"/>
        </a:solidFill>
      </p:bgPr>
    </p:bg>
    <p:spTree>
      <p:nvGrpSpPr>
        <p:cNvPr id="750" name="Shape 750"/>
        <p:cNvGrpSpPr/>
        <p:nvPr/>
      </p:nvGrpSpPr>
      <p:grpSpPr>
        <a:xfrm>
          <a:off x="0" y="0"/>
          <a:ext cx="0" cy="0"/>
          <a:chOff x="0" y="0"/>
          <a:chExt cx="0" cy="0"/>
        </a:xfrm>
      </p:grpSpPr>
      <p:sp>
        <p:nvSpPr>
          <p:cNvPr id="751" name="Google Shape;751;p30"/>
          <p:cNvSpPr txBox="1"/>
          <p:nvPr>
            <p:ph type="title"/>
          </p:nvPr>
        </p:nvSpPr>
        <p:spPr>
          <a:xfrm>
            <a:off x="38100" y="397750"/>
            <a:ext cx="1948200" cy="189300"/>
          </a:xfrm>
          <a:prstGeom prst="rect">
            <a:avLst/>
          </a:prstGeom>
        </p:spPr>
        <p:txBody>
          <a:bodyPr anchorCtr="0" anchor="t" bIns="91425" lIns="182875" spcFirstLastPara="1" rIns="91425" wrap="square" tIns="91425">
            <a:noAutofit/>
          </a:bodyPr>
          <a:lstStyle>
            <a:lvl1pPr lvl="0">
              <a:lnSpc>
                <a:spcPct val="70000"/>
              </a:lnSpc>
              <a:spcBef>
                <a:spcPts val="0"/>
              </a:spcBef>
              <a:spcAft>
                <a:spcPts val="0"/>
              </a:spcAft>
              <a:buNone/>
              <a:defRPr sz="1200">
                <a:solidFill>
                  <a:schemeClr val="dk2"/>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752" name="Google Shape;752;p30"/>
          <p:cNvGrpSpPr/>
          <p:nvPr/>
        </p:nvGrpSpPr>
        <p:grpSpPr>
          <a:xfrm rot="10800000">
            <a:off x="5657179" y="-1"/>
            <a:ext cx="3486840" cy="2906092"/>
            <a:chOff x="312900" y="2793625"/>
            <a:chExt cx="2221200" cy="1851250"/>
          </a:xfrm>
        </p:grpSpPr>
        <p:grpSp>
          <p:nvGrpSpPr>
            <p:cNvPr id="753" name="Google Shape;753;p30"/>
            <p:cNvGrpSpPr/>
            <p:nvPr/>
          </p:nvGrpSpPr>
          <p:grpSpPr>
            <a:xfrm>
              <a:off x="312900" y="2793625"/>
              <a:ext cx="1851000" cy="1851250"/>
              <a:chOff x="461225" y="3249175"/>
              <a:chExt cx="1851000" cy="1851250"/>
            </a:xfrm>
          </p:grpSpPr>
          <p:grpSp>
            <p:nvGrpSpPr>
              <p:cNvPr id="754" name="Google Shape;754;p30"/>
              <p:cNvGrpSpPr/>
              <p:nvPr/>
            </p:nvGrpSpPr>
            <p:grpSpPr>
              <a:xfrm>
                <a:off x="461225" y="3249175"/>
                <a:ext cx="1851000" cy="370200"/>
                <a:chOff x="461225" y="3249175"/>
                <a:chExt cx="1851000" cy="370200"/>
              </a:xfrm>
            </p:grpSpPr>
            <p:sp>
              <p:nvSpPr>
                <p:cNvPr id="755" name="Google Shape;755;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6" name="Google Shape;756;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7" name="Google Shape;757;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8" name="Google Shape;758;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59" name="Google Shape;759;p30"/>
              <p:cNvGrpSpPr/>
              <p:nvPr/>
            </p:nvGrpSpPr>
            <p:grpSpPr>
              <a:xfrm>
                <a:off x="461225" y="3619500"/>
                <a:ext cx="1851000" cy="370200"/>
                <a:chOff x="461225" y="3249175"/>
                <a:chExt cx="1851000" cy="370200"/>
              </a:xfrm>
            </p:grpSpPr>
            <p:sp>
              <p:nvSpPr>
                <p:cNvPr id="760" name="Google Shape;760;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1" name="Google Shape;761;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2" name="Google Shape;762;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3" name="Google Shape;763;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4" name="Google Shape;764;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65" name="Google Shape;765;p30"/>
              <p:cNvGrpSpPr/>
              <p:nvPr/>
            </p:nvGrpSpPr>
            <p:grpSpPr>
              <a:xfrm>
                <a:off x="461225" y="3989700"/>
                <a:ext cx="1480800" cy="1110725"/>
                <a:chOff x="461225" y="3249175"/>
                <a:chExt cx="1480800" cy="1110725"/>
              </a:xfrm>
            </p:grpSpPr>
            <p:sp>
              <p:nvSpPr>
                <p:cNvPr id="766" name="Google Shape;766;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7" name="Google Shape;767;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8" name="Google Shape;768;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9" name="Google Shape;769;p30"/>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70" name="Google Shape;770;p30"/>
              <p:cNvGrpSpPr/>
              <p:nvPr/>
            </p:nvGrpSpPr>
            <p:grpSpPr>
              <a:xfrm>
                <a:off x="831425" y="4360025"/>
                <a:ext cx="1480800" cy="370200"/>
                <a:chOff x="831425" y="3249175"/>
                <a:chExt cx="1480800" cy="370200"/>
              </a:xfrm>
            </p:grpSpPr>
            <p:sp>
              <p:nvSpPr>
                <p:cNvPr id="771" name="Google Shape;771;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2" name="Google Shape;772;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3" name="Google Shape;773;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4" name="Google Shape;774;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75" name="Google Shape;775;p30"/>
            <p:cNvSpPr/>
            <p:nvPr/>
          </p:nvSpPr>
          <p:spPr>
            <a:xfrm>
              <a:off x="2163900" y="279362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776" name="Google Shape;776;p30"/>
          <p:cNvSpPr/>
          <p:nvPr>
            <p:ph idx="2" type="pic"/>
          </p:nvPr>
        </p:nvSpPr>
        <p:spPr>
          <a:xfrm>
            <a:off x="1200750" y="984738"/>
            <a:ext cx="1649400" cy="1649400"/>
          </a:xfrm>
          <a:prstGeom prst="ellipse">
            <a:avLst/>
          </a:prstGeom>
          <a:noFill/>
          <a:ln>
            <a:noFill/>
          </a:ln>
        </p:spPr>
      </p:sp>
      <p:sp>
        <p:nvSpPr>
          <p:cNvPr id="777" name="Google Shape;777;p30"/>
          <p:cNvSpPr/>
          <p:nvPr>
            <p:ph idx="3" type="pic"/>
          </p:nvPr>
        </p:nvSpPr>
        <p:spPr>
          <a:xfrm>
            <a:off x="3747300" y="921988"/>
            <a:ext cx="1649400" cy="1649400"/>
          </a:xfrm>
          <a:prstGeom prst="ellipse">
            <a:avLst/>
          </a:prstGeom>
          <a:noFill/>
          <a:ln>
            <a:noFill/>
          </a:ln>
        </p:spPr>
      </p:sp>
      <p:sp>
        <p:nvSpPr>
          <p:cNvPr id="778" name="Google Shape;778;p30"/>
          <p:cNvSpPr/>
          <p:nvPr>
            <p:ph idx="4" type="pic"/>
          </p:nvPr>
        </p:nvSpPr>
        <p:spPr>
          <a:xfrm>
            <a:off x="6080650" y="941438"/>
            <a:ext cx="1649400" cy="1649400"/>
          </a:xfrm>
          <a:prstGeom prst="ellipse">
            <a:avLst/>
          </a:prstGeom>
          <a:noFill/>
          <a:ln>
            <a:noFill/>
          </a:ln>
        </p:spPr>
      </p:sp>
      <p:sp>
        <p:nvSpPr>
          <p:cNvPr id="779" name="Google Shape;779;p30"/>
          <p:cNvSpPr txBox="1"/>
          <p:nvPr>
            <p:ph idx="1" type="subTitle"/>
          </p:nvPr>
        </p:nvSpPr>
        <p:spPr>
          <a:xfrm>
            <a:off x="9477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0" name="Google Shape;780;p30"/>
          <p:cNvSpPr txBox="1"/>
          <p:nvPr>
            <p:ph idx="5" type="title"/>
          </p:nvPr>
        </p:nvSpPr>
        <p:spPr>
          <a:xfrm>
            <a:off x="11118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1" name="Google Shape;781;p30"/>
          <p:cNvSpPr txBox="1"/>
          <p:nvPr>
            <p:ph idx="6" type="subTitle"/>
          </p:nvPr>
        </p:nvSpPr>
        <p:spPr>
          <a:xfrm>
            <a:off x="352860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2" name="Google Shape;782;p30"/>
          <p:cNvSpPr txBox="1"/>
          <p:nvPr>
            <p:ph idx="7" type="title"/>
          </p:nvPr>
        </p:nvSpPr>
        <p:spPr>
          <a:xfrm>
            <a:off x="369270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3" name="Google Shape;783;p30"/>
          <p:cNvSpPr txBox="1"/>
          <p:nvPr>
            <p:ph idx="8" type="subTitle"/>
          </p:nvPr>
        </p:nvSpPr>
        <p:spPr>
          <a:xfrm>
            <a:off x="58619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4" name="Google Shape;784;p30"/>
          <p:cNvSpPr txBox="1"/>
          <p:nvPr>
            <p:ph idx="9" type="title"/>
          </p:nvPr>
        </p:nvSpPr>
        <p:spPr>
          <a:xfrm>
            <a:off x="60260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5" name="Google Shape;785;p30"/>
          <p:cNvSpPr txBox="1"/>
          <p:nvPr>
            <p:ph idx="13"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86" name="Google Shape;786;p30"/>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787" name="Shape 787"/>
        <p:cNvGrpSpPr/>
        <p:nvPr/>
      </p:nvGrpSpPr>
      <p:grpSpPr>
        <a:xfrm>
          <a:off x="0" y="0"/>
          <a:ext cx="0" cy="0"/>
          <a:chOff x="0" y="0"/>
          <a:chExt cx="0" cy="0"/>
        </a:xfrm>
      </p:grpSpPr>
      <p:sp>
        <p:nvSpPr>
          <p:cNvPr id="788" name="Google Shape;788;p3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789" name="Google Shape;789;p3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790" name="Shape 790"/>
        <p:cNvGrpSpPr/>
        <p:nvPr/>
      </p:nvGrpSpPr>
      <p:grpSpPr>
        <a:xfrm>
          <a:off x="0" y="0"/>
          <a:ext cx="0" cy="0"/>
          <a:chOff x="0" y="0"/>
          <a:chExt cx="0" cy="0"/>
        </a:xfrm>
      </p:grpSpPr>
      <p:sp>
        <p:nvSpPr>
          <p:cNvPr id="791" name="Google Shape;791;p3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792" name="Shape 792"/>
        <p:cNvGrpSpPr/>
        <p:nvPr/>
      </p:nvGrpSpPr>
      <p:grpSpPr>
        <a:xfrm>
          <a:off x="0" y="0"/>
          <a:ext cx="0" cy="0"/>
          <a:chOff x="0" y="0"/>
          <a:chExt cx="0" cy="0"/>
        </a:xfrm>
      </p:grpSpPr>
      <p:sp>
        <p:nvSpPr>
          <p:cNvPr id="793" name="Google Shape;793;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94" name="Google Shape;794;p3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795" name="Shape 795"/>
        <p:cNvGrpSpPr/>
        <p:nvPr/>
      </p:nvGrpSpPr>
      <p:grpSpPr>
        <a:xfrm>
          <a:off x="0" y="0"/>
          <a:ext cx="0" cy="0"/>
          <a:chOff x="0" y="0"/>
          <a:chExt cx="0" cy="0"/>
        </a:xfrm>
      </p:grpSpPr>
      <p:sp>
        <p:nvSpPr>
          <p:cNvPr id="796" name="Google Shape;796;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97" name="Google Shape;797;p34"/>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98" name="Google Shape;798;p34"/>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99" name="Shape 799"/>
        <p:cNvGrpSpPr/>
        <p:nvPr/>
      </p:nvGrpSpPr>
      <p:grpSpPr>
        <a:xfrm>
          <a:off x="0" y="0"/>
          <a:ext cx="0" cy="0"/>
          <a:chOff x="0" y="0"/>
          <a:chExt cx="0" cy="0"/>
        </a:xfrm>
      </p:grpSpPr>
      <p:sp>
        <p:nvSpPr>
          <p:cNvPr id="800" name="Google Shape;800;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801" name="Shape 801"/>
        <p:cNvGrpSpPr/>
        <p:nvPr/>
      </p:nvGrpSpPr>
      <p:grpSpPr>
        <a:xfrm>
          <a:off x="0" y="0"/>
          <a:ext cx="0" cy="0"/>
          <a:chOff x="0" y="0"/>
          <a:chExt cx="0" cy="0"/>
        </a:xfrm>
      </p:grpSpPr>
      <p:sp>
        <p:nvSpPr>
          <p:cNvPr id="802" name="Google Shape;802;p36"/>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03" name="Google Shape;803;p36"/>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804" name="Shape 804"/>
        <p:cNvGrpSpPr/>
        <p:nvPr/>
      </p:nvGrpSpPr>
      <p:grpSpPr>
        <a:xfrm>
          <a:off x="0" y="0"/>
          <a:ext cx="0" cy="0"/>
          <a:chOff x="0" y="0"/>
          <a:chExt cx="0" cy="0"/>
        </a:xfrm>
      </p:grpSpPr>
      <p:sp>
        <p:nvSpPr>
          <p:cNvPr id="805" name="Google Shape;805;p37"/>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806" name="Shape 806"/>
        <p:cNvGrpSpPr/>
        <p:nvPr/>
      </p:nvGrpSpPr>
      <p:grpSpPr>
        <a:xfrm>
          <a:off x="0" y="0"/>
          <a:ext cx="0" cy="0"/>
          <a:chOff x="0" y="0"/>
          <a:chExt cx="0" cy="0"/>
        </a:xfrm>
      </p:grpSpPr>
      <p:sp>
        <p:nvSpPr>
          <p:cNvPr id="807" name="Google Shape;807;p38"/>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08" name="Google Shape;808;p38"/>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09" name="Google Shape;809;p38"/>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810" name="Shape 810"/>
        <p:cNvGrpSpPr/>
        <p:nvPr/>
      </p:nvGrpSpPr>
      <p:grpSpPr>
        <a:xfrm>
          <a:off x="0" y="0"/>
          <a:ext cx="0" cy="0"/>
          <a:chOff x="0" y="0"/>
          <a:chExt cx="0" cy="0"/>
        </a:xfrm>
      </p:grpSpPr>
      <p:sp>
        <p:nvSpPr>
          <p:cNvPr id="811" name="Google Shape;811;p39"/>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12" name="Shape 812"/>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813" name="Shape 813"/>
        <p:cNvGrpSpPr/>
        <p:nvPr/>
      </p:nvGrpSpPr>
      <p:grpSpPr>
        <a:xfrm>
          <a:off x="0" y="0"/>
          <a:ext cx="0" cy="0"/>
          <a:chOff x="0" y="0"/>
          <a:chExt cx="0" cy="0"/>
        </a:xfrm>
      </p:grpSpPr>
      <p:sp>
        <p:nvSpPr>
          <p:cNvPr id="814" name="Google Shape;814;p41"/>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15" name="Google Shape;815;p41"/>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6" name="Google Shape;816;p41"/>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7" name="Google Shape;817;p41"/>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8" name="Google Shape;818;p41"/>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9" name="Google Shape;819;p41"/>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20" name="Google Shape;820;p41"/>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821" name="Shape 821"/>
        <p:cNvGrpSpPr/>
        <p:nvPr/>
      </p:nvGrpSpPr>
      <p:grpSpPr>
        <a:xfrm>
          <a:off x="0" y="0"/>
          <a:ext cx="0" cy="0"/>
          <a:chOff x="0" y="0"/>
          <a:chExt cx="0" cy="0"/>
        </a:xfrm>
      </p:grpSpPr>
      <p:sp>
        <p:nvSpPr>
          <p:cNvPr id="822" name="Google Shape;822;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23" name="Google Shape;823;p42"/>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24" name="Google Shape;824;p42"/>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825" name="Shape 825"/>
        <p:cNvGrpSpPr/>
        <p:nvPr/>
      </p:nvGrpSpPr>
      <p:grpSpPr>
        <a:xfrm>
          <a:off x="0" y="0"/>
          <a:ext cx="0" cy="0"/>
          <a:chOff x="0" y="0"/>
          <a:chExt cx="0" cy="0"/>
        </a:xfrm>
      </p:grpSpPr>
      <p:sp>
        <p:nvSpPr>
          <p:cNvPr id="826" name="Google Shape;826;p4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27" name="Google Shape;827;p43"/>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28" name="Google Shape;828;p43"/>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29" name="Google Shape;829;p43"/>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0" name="Google Shape;830;p43"/>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831" name="Shape 831"/>
        <p:cNvGrpSpPr/>
        <p:nvPr/>
      </p:nvGrpSpPr>
      <p:grpSpPr>
        <a:xfrm>
          <a:off x="0" y="0"/>
          <a:ext cx="0" cy="0"/>
          <a:chOff x="0" y="0"/>
          <a:chExt cx="0" cy="0"/>
        </a:xfrm>
      </p:grpSpPr>
      <p:sp>
        <p:nvSpPr>
          <p:cNvPr id="832" name="Google Shape;832;p44"/>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33" name="Google Shape;833;p44"/>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34" name="Google Shape;834;p44"/>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35" name="Google Shape;835;p44"/>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6" name="Google Shape;836;p44"/>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7" name="Google Shape;837;p44"/>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8" name="Google Shape;838;p44"/>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839" name="Shape 839"/>
        <p:cNvGrpSpPr/>
        <p:nvPr/>
      </p:nvGrpSpPr>
      <p:grpSpPr>
        <a:xfrm>
          <a:off x="0" y="0"/>
          <a:ext cx="0" cy="0"/>
          <a:chOff x="0" y="0"/>
          <a:chExt cx="0" cy="0"/>
        </a:xfrm>
      </p:grpSpPr>
      <p:sp>
        <p:nvSpPr>
          <p:cNvPr id="840" name="Google Shape;840;p45"/>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41" name="Google Shape;841;p45"/>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2" name="Google Shape;842;p45"/>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3" name="Google Shape;843;p45"/>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4" name="Google Shape;844;p45"/>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45" name="Google Shape;845;p4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6" name="Google Shape;846;p4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7" name="Google Shape;847;p4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8" name="Google Shape;848;p4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849" name="Shape 849"/>
        <p:cNvGrpSpPr/>
        <p:nvPr/>
      </p:nvGrpSpPr>
      <p:grpSpPr>
        <a:xfrm>
          <a:off x="0" y="0"/>
          <a:ext cx="0" cy="0"/>
          <a:chOff x="0" y="0"/>
          <a:chExt cx="0" cy="0"/>
        </a:xfrm>
      </p:grpSpPr>
      <p:sp>
        <p:nvSpPr>
          <p:cNvPr id="850" name="Google Shape;850;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51" name="Google Shape;851;p4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852" name="Shape 852"/>
        <p:cNvGrpSpPr/>
        <p:nvPr/>
      </p:nvGrpSpPr>
      <p:grpSpPr>
        <a:xfrm>
          <a:off x="0" y="0"/>
          <a:ext cx="0" cy="0"/>
          <a:chOff x="0" y="0"/>
          <a:chExt cx="0" cy="0"/>
        </a:xfrm>
      </p:grpSpPr>
      <p:sp>
        <p:nvSpPr>
          <p:cNvPr id="853" name="Google Shape;853;p47"/>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54" name="Google Shape;854;p47"/>
          <p:cNvSpPr/>
          <p:nvPr>
            <p:ph idx="2" type="pic"/>
          </p:nvPr>
        </p:nvSpPr>
        <p:spPr>
          <a:xfrm>
            <a:off x="4804825" y="1133300"/>
            <a:ext cx="4027500" cy="2392800"/>
          </a:xfrm>
          <a:prstGeom prst="rect">
            <a:avLst/>
          </a:prstGeom>
          <a:noFill/>
          <a:ln>
            <a:noFill/>
          </a:ln>
        </p:spPr>
      </p:sp>
      <p:sp>
        <p:nvSpPr>
          <p:cNvPr id="855" name="Google Shape;855;p47"/>
          <p:cNvSpPr/>
          <p:nvPr>
            <p:ph idx="3" type="pic"/>
          </p:nvPr>
        </p:nvSpPr>
        <p:spPr>
          <a:xfrm>
            <a:off x="311725" y="1133300"/>
            <a:ext cx="4027500" cy="2392800"/>
          </a:xfrm>
          <a:prstGeom prst="rect">
            <a:avLst/>
          </a:prstGeom>
          <a:noFill/>
          <a:ln>
            <a:noFill/>
          </a:ln>
        </p:spPr>
      </p:sp>
      <p:sp>
        <p:nvSpPr>
          <p:cNvPr id="856" name="Google Shape;856;p47"/>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57" name="Google Shape;857;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58" name="Google Shape;858;p4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59" name="Google Shape;859;p4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860" name="Shape 860"/>
        <p:cNvGrpSpPr/>
        <p:nvPr/>
      </p:nvGrpSpPr>
      <p:grpSpPr>
        <a:xfrm>
          <a:off x="0" y="0"/>
          <a:ext cx="0" cy="0"/>
          <a:chOff x="0" y="0"/>
          <a:chExt cx="0" cy="0"/>
        </a:xfrm>
      </p:grpSpPr>
      <p:sp>
        <p:nvSpPr>
          <p:cNvPr id="861" name="Google Shape;861;p48"/>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62" name="Google Shape;862;p48"/>
          <p:cNvSpPr/>
          <p:nvPr>
            <p:ph idx="2" type="pic"/>
          </p:nvPr>
        </p:nvSpPr>
        <p:spPr>
          <a:xfrm>
            <a:off x="6205225" y="1128325"/>
            <a:ext cx="2627100" cy="2273100"/>
          </a:xfrm>
          <a:prstGeom prst="rect">
            <a:avLst/>
          </a:prstGeom>
          <a:noFill/>
          <a:ln>
            <a:noFill/>
          </a:ln>
        </p:spPr>
      </p:sp>
      <p:sp>
        <p:nvSpPr>
          <p:cNvPr id="863" name="Google Shape;863;p48"/>
          <p:cNvSpPr/>
          <p:nvPr>
            <p:ph idx="3" type="pic"/>
          </p:nvPr>
        </p:nvSpPr>
        <p:spPr>
          <a:xfrm>
            <a:off x="311725" y="1128325"/>
            <a:ext cx="2627100" cy="2273100"/>
          </a:xfrm>
          <a:prstGeom prst="rect">
            <a:avLst/>
          </a:prstGeom>
          <a:noFill/>
          <a:ln>
            <a:noFill/>
          </a:ln>
        </p:spPr>
      </p:sp>
      <p:sp>
        <p:nvSpPr>
          <p:cNvPr id="864" name="Google Shape;864;p48"/>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65" name="Google Shape;865;p48"/>
          <p:cNvSpPr/>
          <p:nvPr>
            <p:ph idx="5" type="pic"/>
          </p:nvPr>
        </p:nvSpPr>
        <p:spPr>
          <a:xfrm>
            <a:off x="3255250" y="1128325"/>
            <a:ext cx="2627100" cy="2273100"/>
          </a:xfrm>
          <a:prstGeom prst="rect">
            <a:avLst/>
          </a:prstGeom>
          <a:noFill/>
          <a:ln>
            <a:noFill/>
          </a:ln>
        </p:spPr>
      </p:sp>
      <p:sp>
        <p:nvSpPr>
          <p:cNvPr id="866" name="Google Shape;866;p48"/>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67" name="Google Shape;867;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68" name="Google Shape;868;p48"/>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69" name="Google Shape;869;p48"/>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70" name="Google Shape;870;p48"/>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871" name="Shape 871"/>
        <p:cNvGrpSpPr/>
        <p:nvPr/>
      </p:nvGrpSpPr>
      <p:grpSpPr>
        <a:xfrm>
          <a:off x="0" y="0"/>
          <a:ext cx="0" cy="0"/>
          <a:chOff x="0" y="0"/>
          <a:chExt cx="0" cy="0"/>
        </a:xfrm>
      </p:grpSpPr>
      <p:sp>
        <p:nvSpPr>
          <p:cNvPr id="872" name="Google Shape;872;p49"/>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873" name="Shape 873"/>
        <p:cNvGrpSpPr/>
        <p:nvPr/>
      </p:nvGrpSpPr>
      <p:grpSpPr>
        <a:xfrm>
          <a:off x="0" y="0"/>
          <a:ext cx="0" cy="0"/>
          <a:chOff x="0" y="0"/>
          <a:chExt cx="0" cy="0"/>
        </a:xfrm>
      </p:grpSpPr>
      <p:sp>
        <p:nvSpPr>
          <p:cNvPr id="874" name="Google Shape;874;p50"/>
          <p:cNvSpPr/>
          <p:nvPr>
            <p:ph idx="2" type="pic"/>
          </p:nvPr>
        </p:nvSpPr>
        <p:spPr>
          <a:xfrm>
            <a:off x="3389600" y="118913"/>
            <a:ext cx="1643700" cy="1535100"/>
          </a:xfrm>
          <a:prstGeom prst="rect">
            <a:avLst/>
          </a:prstGeom>
          <a:noFill/>
          <a:ln>
            <a:noFill/>
          </a:ln>
        </p:spPr>
      </p:sp>
      <p:sp>
        <p:nvSpPr>
          <p:cNvPr id="875" name="Google Shape;875;p50"/>
          <p:cNvSpPr/>
          <p:nvPr>
            <p:ph idx="3" type="pic"/>
          </p:nvPr>
        </p:nvSpPr>
        <p:spPr>
          <a:xfrm>
            <a:off x="5195935" y="118913"/>
            <a:ext cx="1643700" cy="1535100"/>
          </a:xfrm>
          <a:prstGeom prst="rect">
            <a:avLst/>
          </a:prstGeom>
          <a:noFill/>
          <a:ln>
            <a:noFill/>
          </a:ln>
        </p:spPr>
      </p:sp>
      <p:sp>
        <p:nvSpPr>
          <p:cNvPr id="876" name="Google Shape;876;p50"/>
          <p:cNvSpPr/>
          <p:nvPr>
            <p:ph idx="4" type="pic"/>
          </p:nvPr>
        </p:nvSpPr>
        <p:spPr>
          <a:xfrm>
            <a:off x="7002270" y="118913"/>
            <a:ext cx="1643700" cy="1535100"/>
          </a:xfrm>
          <a:prstGeom prst="rect">
            <a:avLst/>
          </a:prstGeom>
          <a:noFill/>
          <a:ln>
            <a:noFill/>
          </a:ln>
        </p:spPr>
      </p:sp>
      <p:sp>
        <p:nvSpPr>
          <p:cNvPr id="877" name="Google Shape;877;p50"/>
          <p:cNvSpPr/>
          <p:nvPr>
            <p:ph idx="5" type="pic"/>
          </p:nvPr>
        </p:nvSpPr>
        <p:spPr>
          <a:xfrm>
            <a:off x="3389588" y="1804212"/>
            <a:ext cx="1643700" cy="1535100"/>
          </a:xfrm>
          <a:prstGeom prst="rect">
            <a:avLst/>
          </a:prstGeom>
          <a:noFill/>
          <a:ln>
            <a:noFill/>
          </a:ln>
        </p:spPr>
      </p:sp>
      <p:sp>
        <p:nvSpPr>
          <p:cNvPr id="878" name="Google Shape;878;p50"/>
          <p:cNvSpPr/>
          <p:nvPr>
            <p:ph idx="6" type="pic"/>
          </p:nvPr>
        </p:nvSpPr>
        <p:spPr>
          <a:xfrm>
            <a:off x="5195922" y="1804212"/>
            <a:ext cx="1643700" cy="1535100"/>
          </a:xfrm>
          <a:prstGeom prst="rect">
            <a:avLst/>
          </a:prstGeom>
          <a:noFill/>
          <a:ln>
            <a:noFill/>
          </a:ln>
        </p:spPr>
      </p:sp>
      <p:sp>
        <p:nvSpPr>
          <p:cNvPr id="879" name="Google Shape;879;p50"/>
          <p:cNvSpPr/>
          <p:nvPr>
            <p:ph idx="7" type="pic"/>
          </p:nvPr>
        </p:nvSpPr>
        <p:spPr>
          <a:xfrm>
            <a:off x="7002257" y="1804212"/>
            <a:ext cx="1643700" cy="1535100"/>
          </a:xfrm>
          <a:prstGeom prst="rect">
            <a:avLst/>
          </a:prstGeom>
          <a:noFill/>
          <a:ln>
            <a:noFill/>
          </a:ln>
        </p:spPr>
      </p:sp>
      <p:sp>
        <p:nvSpPr>
          <p:cNvPr id="880" name="Google Shape;880;p50"/>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81" name="Google Shape;881;p50"/>
          <p:cNvSpPr/>
          <p:nvPr>
            <p:ph idx="8" type="pic"/>
          </p:nvPr>
        </p:nvSpPr>
        <p:spPr>
          <a:xfrm>
            <a:off x="3389588" y="3489487"/>
            <a:ext cx="1643700" cy="1535100"/>
          </a:xfrm>
          <a:prstGeom prst="rect">
            <a:avLst/>
          </a:prstGeom>
          <a:noFill/>
          <a:ln>
            <a:noFill/>
          </a:ln>
        </p:spPr>
      </p:sp>
      <p:sp>
        <p:nvSpPr>
          <p:cNvPr id="882" name="Google Shape;882;p50"/>
          <p:cNvSpPr/>
          <p:nvPr>
            <p:ph idx="9" type="pic"/>
          </p:nvPr>
        </p:nvSpPr>
        <p:spPr>
          <a:xfrm>
            <a:off x="5195922" y="3489487"/>
            <a:ext cx="1643700" cy="1535100"/>
          </a:xfrm>
          <a:prstGeom prst="rect">
            <a:avLst/>
          </a:prstGeom>
          <a:noFill/>
          <a:ln>
            <a:noFill/>
          </a:ln>
        </p:spPr>
      </p:sp>
      <p:sp>
        <p:nvSpPr>
          <p:cNvPr id="883" name="Google Shape;883;p5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1">
  <p:cSld name="BLANK_1">
    <p:spTree>
      <p:nvGrpSpPr>
        <p:cNvPr id="884" name="Shape 884"/>
        <p:cNvGrpSpPr/>
        <p:nvPr/>
      </p:nvGrpSpPr>
      <p:grpSpPr>
        <a:xfrm>
          <a:off x="0" y="0"/>
          <a:ext cx="0" cy="0"/>
          <a:chOff x="0" y="0"/>
          <a:chExt cx="0" cy="0"/>
        </a:xfrm>
      </p:grpSpPr>
      <p:sp>
        <p:nvSpPr>
          <p:cNvPr id="885" name="Google Shape;885;p51"/>
          <p:cNvSpPr txBox="1"/>
          <p:nvPr>
            <p:ph type="title"/>
          </p:nvPr>
        </p:nvSpPr>
        <p:spPr>
          <a:xfrm>
            <a:off x="3236625" y="837723"/>
            <a:ext cx="5622600" cy="22752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a:lvl1pPr>
            <a:lvl2pPr lvl="1">
              <a:lnSpc>
                <a:spcPct val="115000"/>
              </a:lnSpc>
              <a:spcBef>
                <a:spcPts val="0"/>
              </a:spcBef>
              <a:spcAft>
                <a:spcPts val="0"/>
              </a:spcAft>
              <a:buNone/>
              <a:defRPr sz="4800"/>
            </a:lvl2pPr>
            <a:lvl3pPr lvl="2">
              <a:lnSpc>
                <a:spcPct val="115000"/>
              </a:lnSpc>
              <a:spcBef>
                <a:spcPts val="0"/>
              </a:spcBef>
              <a:spcAft>
                <a:spcPts val="0"/>
              </a:spcAft>
              <a:buNone/>
              <a:defRPr sz="4800"/>
            </a:lvl3pPr>
            <a:lvl4pPr lvl="3">
              <a:lnSpc>
                <a:spcPct val="115000"/>
              </a:lnSpc>
              <a:spcBef>
                <a:spcPts val="0"/>
              </a:spcBef>
              <a:spcAft>
                <a:spcPts val="0"/>
              </a:spcAft>
              <a:buNone/>
              <a:defRPr sz="4800"/>
            </a:lvl4pPr>
            <a:lvl5pPr lvl="4">
              <a:lnSpc>
                <a:spcPct val="115000"/>
              </a:lnSpc>
              <a:spcBef>
                <a:spcPts val="0"/>
              </a:spcBef>
              <a:spcAft>
                <a:spcPts val="0"/>
              </a:spcAft>
              <a:buNone/>
              <a:defRPr sz="4800"/>
            </a:lvl5pPr>
            <a:lvl6pPr lvl="5">
              <a:lnSpc>
                <a:spcPct val="115000"/>
              </a:lnSpc>
              <a:spcBef>
                <a:spcPts val="0"/>
              </a:spcBef>
              <a:spcAft>
                <a:spcPts val="0"/>
              </a:spcAft>
              <a:buNone/>
              <a:defRPr sz="4800"/>
            </a:lvl6pPr>
            <a:lvl7pPr lvl="6">
              <a:lnSpc>
                <a:spcPct val="115000"/>
              </a:lnSpc>
              <a:spcBef>
                <a:spcPts val="0"/>
              </a:spcBef>
              <a:spcAft>
                <a:spcPts val="0"/>
              </a:spcAft>
              <a:buNone/>
              <a:defRPr sz="4800"/>
            </a:lvl7pPr>
            <a:lvl8pPr lvl="7">
              <a:lnSpc>
                <a:spcPct val="115000"/>
              </a:lnSpc>
              <a:spcBef>
                <a:spcPts val="0"/>
              </a:spcBef>
              <a:spcAft>
                <a:spcPts val="0"/>
              </a:spcAft>
              <a:buNone/>
              <a:defRPr sz="4800"/>
            </a:lvl8pPr>
            <a:lvl9pPr lvl="8">
              <a:lnSpc>
                <a:spcPct val="115000"/>
              </a:lnSpc>
              <a:spcBef>
                <a:spcPts val="0"/>
              </a:spcBef>
              <a:spcAft>
                <a:spcPts val="0"/>
              </a:spcAft>
              <a:buNone/>
              <a:defRPr sz="4800"/>
            </a:lvl9pPr>
          </a:lstStyle>
          <a:p/>
        </p:txBody>
      </p:sp>
      <p:sp>
        <p:nvSpPr>
          <p:cNvPr id="886" name="Google Shape;886;p51"/>
          <p:cNvSpPr/>
          <p:nvPr/>
        </p:nvSpPr>
        <p:spPr>
          <a:xfrm flipH="1">
            <a:off x="1350050" y="2493850"/>
            <a:ext cx="2836800" cy="2649600"/>
          </a:xfrm>
          <a:prstGeom prst="pie">
            <a:avLst>
              <a:gd fmla="val 21585343"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887" name="Google Shape;887;p51"/>
          <p:cNvSpPr/>
          <p:nvPr/>
        </p:nvSpPr>
        <p:spPr>
          <a:xfrm flipH="1" rot="5400000">
            <a:off x="5850" y="3807650"/>
            <a:ext cx="2688900" cy="2700600"/>
          </a:xfrm>
          <a:prstGeom prst="pie">
            <a:avLst>
              <a:gd fmla="val 0"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888" name="Google Shape;888;p51"/>
          <p:cNvSpPr/>
          <p:nvPr/>
        </p:nvSpPr>
        <p:spPr>
          <a:xfrm>
            <a:off x="0" y="0"/>
            <a:ext cx="2768400" cy="2699100"/>
          </a:xfrm>
          <a:prstGeom prst="round1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889" name="Google Shape;889;p51"/>
          <p:cNvSpPr/>
          <p:nvPr/>
        </p:nvSpPr>
        <p:spPr>
          <a:xfrm>
            <a:off x="-100" y="2699025"/>
            <a:ext cx="1653900" cy="1114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890" name="Google Shape;890;p51"/>
          <p:cNvSpPr/>
          <p:nvPr/>
        </p:nvSpPr>
        <p:spPr>
          <a:xfrm>
            <a:off x="1653900" y="2701600"/>
            <a:ext cx="1114500" cy="11145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891" name="Google Shape;891;p51"/>
          <p:cNvSpPr txBox="1"/>
          <p:nvPr>
            <p:ph idx="1" type="subTitle"/>
          </p:nvPr>
        </p:nvSpPr>
        <p:spPr>
          <a:xfrm>
            <a:off x="3236625" y="3183150"/>
            <a:ext cx="5430300" cy="6303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1pPr>
            <a:lvl2pPr lvl="1">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2pPr>
            <a:lvl3pPr lvl="2">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3pPr>
            <a:lvl4pPr lvl="3">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4pPr>
            <a:lvl5pPr lvl="4">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5pPr>
            <a:lvl6pPr lvl="5">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6pPr>
            <a:lvl7pPr lvl="6">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7pPr>
            <a:lvl8pPr lvl="7">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8pPr>
            <a:lvl9pPr lvl="8">
              <a:spcBef>
                <a:spcPts val="0"/>
              </a:spcBef>
              <a:spcAft>
                <a:spcPts val="0"/>
              </a:spcAft>
              <a:buClr>
                <a:schemeClr val="lt1"/>
              </a:buClr>
              <a:buSzPts val="1600"/>
              <a:buFont typeface="Poppins SemiBold"/>
              <a:buNone/>
              <a:defRPr sz="1600">
                <a:latin typeface="Poppins SemiBold"/>
                <a:ea typeface="Poppins SemiBold"/>
                <a:cs typeface="Poppins SemiBold"/>
                <a:sym typeface="Poppins SemiBold"/>
              </a:defRPr>
            </a:lvl9pPr>
          </a:lstStyle>
          <a:p/>
        </p:txBody>
      </p:sp>
      <p:sp>
        <p:nvSpPr>
          <p:cNvPr id="892" name="Google Shape;892;p51"/>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p:cSld name="BLANK_1_1_1_1_1_1_1_1_1_1_1_1_2_1">
    <p:spTree>
      <p:nvGrpSpPr>
        <p:cNvPr id="893" name="Shape 893"/>
        <p:cNvGrpSpPr/>
        <p:nvPr/>
      </p:nvGrpSpPr>
      <p:grpSpPr>
        <a:xfrm>
          <a:off x="0" y="0"/>
          <a:ext cx="0" cy="0"/>
          <a:chOff x="0" y="0"/>
          <a:chExt cx="0" cy="0"/>
        </a:xfrm>
      </p:grpSpPr>
      <p:sp>
        <p:nvSpPr>
          <p:cNvPr id="894" name="Google Shape;894;p52"/>
          <p:cNvSpPr txBox="1"/>
          <p:nvPr>
            <p:ph idx="1" type="subTitle"/>
          </p:nvPr>
        </p:nvSpPr>
        <p:spPr>
          <a:xfrm>
            <a:off x="5537976" y="1421821"/>
            <a:ext cx="3453600" cy="3111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1500"/>
              <a:buFont typeface="Poppins"/>
              <a:buNone/>
              <a:defRPr b="1" sz="1500">
                <a:latin typeface="Poppins"/>
                <a:ea typeface="Poppins"/>
                <a:cs typeface="Poppins"/>
                <a:sym typeface="Poppins"/>
              </a:defRPr>
            </a:lvl2pPr>
            <a:lvl3pPr lvl="2">
              <a:spcBef>
                <a:spcPts val="0"/>
              </a:spcBef>
              <a:spcAft>
                <a:spcPts val="0"/>
              </a:spcAft>
              <a:buClr>
                <a:schemeClr val="lt1"/>
              </a:buClr>
              <a:buSzPts val="1500"/>
              <a:buFont typeface="Poppins"/>
              <a:buNone/>
              <a:defRPr b="1" sz="1500">
                <a:latin typeface="Poppins"/>
                <a:ea typeface="Poppins"/>
                <a:cs typeface="Poppins"/>
                <a:sym typeface="Poppins"/>
              </a:defRPr>
            </a:lvl3pPr>
            <a:lvl4pPr lvl="3">
              <a:spcBef>
                <a:spcPts val="0"/>
              </a:spcBef>
              <a:spcAft>
                <a:spcPts val="0"/>
              </a:spcAft>
              <a:buClr>
                <a:schemeClr val="lt1"/>
              </a:buClr>
              <a:buSzPts val="1500"/>
              <a:buFont typeface="Poppins"/>
              <a:buNone/>
              <a:defRPr b="1" sz="1500">
                <a:latin typeface="Poppins"/>
                <a:ea typeface="Poppins"/>
                <a:cs typeface="Poppins"/>
                <a:sym typeface="Poppins"/>
              </a:defRPr>
            </a:lvl4pPr>
            <a:lvl5pPr lvl="4">
              <a:spcBef>
                <a:spcPts val="0"/>
              </a:spcBef>
              <a:spcAft>
                <a:spcPts val="0"/>
              </a:spcAft>
              <a:buClr>
                <a:schemeClr val="lt1"/>
              </a:buClr>
              <a:buSzPts val="1500"/>
              <a:buFont typeface="Poppins"/>
              <a:buNone/>
              <a:defRPr b="1" sz="1500">
                <a:latin typeface="Poppins"/>
                <a:ea typeface="Poppins"/>
                <a:cs typeface="Poppins"/>
                <a:sym typeface="Poppins"/>
              </a:defRPr>
            </a:lvl5pPr>
            <a:lvl6pPr lvl="5">
              <a:spcBef>
                <a:spcPts val="0"/>
              </a:spcBef>
              <a:spcAft>
                <a:spcPts val="0"/>
              </a:spcAft>
              <a:buClr>
                <a:schemeClr val="lt1"/>
              </a:buClr>
              <a:buSzPts val="1500"/>
              <a:buFont typeface="Poppins"/>
              <a:buNone/>
              <a:defRPr b="1" sz="1500">
                <a:latin typeface="Poppins"/>
                <a:ea typeface="Poppins"/>
                <a:cs typeface="Poppins"/>
                <a:sym typeface="Poppins"/>
              </a:defRPr>
            </a:lvl6pPr>
            <a:lvl7pPr lvl="6">
              <a:spcBef>
                <a:spcPts val="0"/>
              </a:spcBef>
              <a:spcAft>
                <a:spcPts val="0"/>
              </a:spcAft>
              <a:buClr>
                <a:schemeClr val="lt1"/>
              </a:buClr>
              <a:buSzPts val="1500"/>
              <a:buFont typeface="Poppins"/>
              <a:buNone/>
              <a:defRPr b="1" sz="1500">
                <a:latin typeface="Poppins"/>
                <a:ea typeface="Poppins"/>
                <a:cs typeface="Poppins"/>
                <a:sym typeface="Poppins"/>
              </a:defRPr>
            </a:lvl7pPr>
            <a:lvl8pPr lvl="7">
              <a:spcBef>
                <a:spcPts val="0"/>
              </a:spcBef>
              <a:spcAft>
                <a:spcPts val="0"/>
              </a:spcAft>
              <a:buClr>
                <a:schemeClr val="lt1"/>
              </a:buClr>
              <a:buSzPts val="1500"/>
              <a:buFont typeface="Poppins"/>
              <a:buNone/>
              <a:defRPr b="1" sz="1500">
                <a:latin typeface="Poppins"/>
                <a:ea typeface="Poppins"/>
                <a:cs typeface="Poppins"/>
                <a:sym typeface="Poppins"/>
              </a:defRPr>
            </a:lvl8pPr>
            <a:lvl9pPr lvl="8">
              <a:spcBef>
                <a:spcPts val="0"/>
              </a:spcBef>
              <a:spcAft>
                <a:spcPts val="0"/>
              </a:spcAft>
              <a:buClr>
                <a:schemeClr val="lt1"/>
              </a:buClr>
              <a:buSzPts val="1500"/>
              <a:buFont typeface="Poppins"/>
              <a:buNone/>
              <a:defRPr b="1" sz="1500">
                <a:latin typeface="Poppins"/>
                <a:ea typeface="Poppins"/>
                <a:cs typeface="Poppins"/>
                <a:sym typeface="Poppins"/>
              </a:defRPr>
            </a:lvl9pPr>
          </a:lstStyle>
          <a:p/>
        </p:txBody>
      </p:sp>
      <p:sp>
        <p:nvSpPr>
          <p:cNvPr id="895" name="Google Shape;895;p52"/>
          <p:cNvSpPr txBox="1"/>
          <p:nvPr>
            <p:ph idx="2" type="subTitle"/>
          </p:nvPr>
        </p:nvSpPr>
        <p:spPr>
          <a:xfrm>
            <a:off x="5537976" y="1658233"/>
            <a:ext cx="3453600" cy="311100"/>
          </a:xfrm>
          <a:prstGeom prst="rect">
            <a:avLst/>
          </a:prstGeom>
        </p:spPr>
        <p:txBody>
          <a:bodyPr anchorCtr="0" anchor="t" bIns="0" lIns="0" spcFirstLastPara="1" rIns="91425" wrap="square" tIns="91425">
            <a:noAutofit/>
          </a:bodyPr>
          <a:lstStyle>
            <a:lvl1pPr lvl="0">
              <a:spcBef>
                <a:spcPts val="0"/>
              </a:spcBef>
              <a:spcAft>
                <a:spcPts val="0"/>
              </a:spcAft>
              <a:buClr>
                <a:schemeClr val="lt1"/>
              </a:buClr>
              <a:buSzPts val="1400"/>
              <a:buNone/>
              <a:defRPr sz="1400"/>
            </a:lvl1pPr>
            <a:lvl2pPr lvl="1">
              <a:spcBef>
                <a:spcPts val="0"/>
              </a:spcBef>
              <a:spcAft>
                <a:spcPts val="0"/>
              </a:spcAft>
              <a:buClr>
                <a:schemeClr val="lt1"/>
              </a:buClr>
              <a:buSzPts val="1400"/>
              <a:buNone/>
              <a:defRPr sz="1400"/>
            </a:lvl2pPr>
            <a:lvl3pPr lvl="2">
              <a:spcBef>
                <a:spcPts val="0"/>
              </a:spcBef>
              <a:spcAft>
                <a:spcPts val="0"/>
              </a:spcAft>
              <a:buClr>
                <a:schemeClr val="lt1"/>
              </a:buClr>
              <a:buSzPts val="1400"/>
              <a:buNone/>
              <a:defRPr sz="1400"/>
            </a:lvl3pPr>
            <a:lvl4pPr lvl="3">
              <a:spcBef>
                <a:spcPts val="0"/>
              </a:spcBef>
              <a:spcAft>
                <a:spcPts val="0"/>
              </a:spcAft>
              <a:buClr>
                <a:schemeClr val="lt1"/>
              </a:buClr>
              <a:buSzPts val="1400"/>
              <a:buNone/>
              <a:defRPr sz="1400"/>
            </a:lvl4pPr>
            <a:lvl5pPr lvl="4">
              <a:spcBef>
                <a:spcPts val="0"/>
              </a:spcBef>
              <a:spcAft>
                <a:spcPts val="0"/>
              </a:spcAft>
              <a:buClr>
                <a:schemeClr val="lt1"/>
              </a:buClr>
              <a:buSzPts val="1400"/>
              <a:buNone/>
              <a:defRPr sz="1400"/>
            </a:lvl5pPr>
            <a:lvl6pPr lvl="5">
              <a:spcBef>
                <a:spcPts val="0"/>
              </a:spcBef>
              <a:spcAft>
                <a:spcPts val="0"/>
              </a:spcAft>
              <a:buClr>
                <a:schemeClr val="lt1"/>
              </a:buClr>
              <a:buSzPts val="1400"/>
              <a:buNone/>
              <a:defRPr sz="1400"/>
            </a:lvl6pPr>
            <a:lvl7pPr lvl="6">
              <a:spcBef>
                <a:spcPts val="0"/>
              </a:spcBef>
              <a:spcAft>
                <a:spcPts val="0"/>
              </a:spcAft>
              <a:buClr>
                <a:schemeClr val="lt1"/>
              </a:buClr>
              <a:buSzPts val="1400"/>
              <a:buNone/>
              <a:defRPr sz="1400"/>
            </a:lvl7pPr>
            <a:lvl8pPr lvl="7">
              <a:spcBef>
                <a:spcPts val="0"/>
              </a:spcBef>
              <a:spcAft>
                <a:spcPts val="0"/>
              </a:spcAft>
              <a:buClr>
                <a:schemeClr val="lt1"/>
              </a:buClr>
              <a:buSzPts val="1400"/>
              <a:buNone/>
              <a:defRPr sz="1400"/>
            </a:lvl8pPr>
            <a:lvl9pPr lvl="8">
              <a:spcBef>
                <a:spcPts val="0"/>
              </a:spcBef>
              <a:spcAft>
                <a:spcPts val="0"/>
              </a:spcAft>
              <a:buClr>
                <a:schemeClr val="lt1"/>
              </a:buClr>
              <a:buSzPts val="1400"/>
              <a:buNone/>
              <a:defRPr sz="1400"/>
            </a:lvl9pPr>
          </a:lstStyle>
          <a:p/>
        </p:txBody>
      </p:sp>
      <p:sp>
        <p:nvSpPr>
          <p:cNvPr id="896" name="Google Shape;896;p52"/>
          <p:cNvSpPr txBox="1"/>
          <p:nvPr>
            <p:ph idx="3" type="subTitle"/>
          </p:nvPr>
        </p:nvSpPr>
        <p:spPr>
          <a:xfrm>
            <a:off x="5537976" y="2185603"/>
            <a:ext cx="3453600" cy="3111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1500"/>
              <a:buFont typeface="Poppins"/>
              <a:buNone/>
              <a:defRPr b="1" sz="1500">
                <a:latin typeface="Poppins"/>
                <a:ea typeface="Poppins"/>
                <a:cs typeface="Poppins"/>
                <a:sym typeface="Poppins"/>
              </a:defRPr>
            </a:lvl2pPr>
            <a:lvl3pPr lvl="2">
              <a:spcBef>
                <a:spcPts val="0"/>
              </a:spcBef>
              <a:spcAft>
                <a:spcPts val="0"/>
              </a:spcAft>
              <a:buClr>
                <a:schemeClr val="lt1"/>
              </a:buClr>
              <a:buSzPts val="1500"/>
              <a:buFont typeface="Poppins"/>
              <a:buNone/>
              <a:defRPr b="1" sz="1500">
                <a:latin typeface="Poppins"/>
                <a:ea typeface="Poppins"/>
                <a:cs typeface="Poppins"/>
                <a:sym typeface="Poppins"/>
              </a:defRPr>
            </a:lvl3pPr>
            <a:lvl4pPr lvl="3">
              <a:spcBef>
                <a:spcPts val="0"/>
              </a:spcBef>
              <a:spcAft>
                <a:spcPts val="0"/>
              </a:spcAft>
              <a:buClr>
                <a:schemeClr val="lt1"/>
              </a:buClr>
              <a:buSzPts val="1500"/>
              <a:buFont typeface="Poppins"/>
              <a:buNone/>
              <a:defRPr b="1" sz="1500">
                <a:latin typeface="Poppins"/>
                <a:ea typeface="Poppins"/>
                <a:cs typeface="Poppins"/>
                <a:sym typeface="Poppins"/>
              </a:defRPr>
            </a:lvl4pPr>
            <a:lvl5pPr lvl="4">
              <a:spcBef>
                <a:spcPts val="0"/>
              </a:spcBef>
              <a:spcAft>
                <a:spcPts val="0"/>
              </a:spcAft>
              <a:buClr>
                <a:schemeClr val="lt1"/>
              </a:buClr>
              <a:buSzPts val="1500"/>
              <a:buFont typeface="Poppins"/>
              <a:buNone/>
              <a:defRPr b="1" sz="1500">
                <a:latin typeface="Poppins"/>
                <a:ea typeface="Poppins"/>
                <a:cs typeface="Poppins"/>
                <a:sym typeface="Poppins"/>
              </a:defRPr>
            </a:lvl5pPr>
            <a:lvl6pPr lvl="5">
              <a:spcBef>
                <a:spcPts val="0"/>
              </a:spcBef>
              <a:spcAft>
                <a:spcPts val="0"/>
              </a:spcAft>
              <a:buClr>
                <a:schemeClr val="lt1"/>
              </a:buClr>
              <a:buSzPts val="1500"/>
              <a:buFont typeface="Poppins"/>
              <a:buNone/>
              <a:defRPr b="1" sz="1500">
                <a:latin typeface="Poppins"/>
                <a:ea typeface="Poppins"/>
                <a:cs typeface="Poppins"/>
                <a:sym typeface="Poppins"/>
              </a:defRPr>
            </a:lvl6pPr>
            <a:lvl7pPr lvl="6">
              <a:spcBef>
                <a:spcPts val="0"/>
              </a:spcBef>
              <a:spcAft>
                <a:spcPts val="0"/>
              </a:spcAft>
              <a:buClr>
                <a:schemeClr val="lt1"/>
              </a:buClr>
              <a:buSzPts val="1500"/>
              <a:buFont typeface="Poppins"/>
              <a:buNone/>
              <a:defRPr b="1" sz="1500">
                <a:latin typeface="Poppins"/>
                <a:ea typeface="Poppins"/>
                <a:cs typeface="Poppins"/>
                <a:sym typeface="Poppins"/>
              </a:defRPr>
            </a:lvl7pPr>
            <a:lvl8pPr lvl="7">
              <a:spcBef>
                <a:spcPts val="0"/>
              </a:spcBef>
              <a:spcAft>
                <a:spcPts val="0"/>
              </a:spcAft>
              <a:buClr>
                <a:schemeClr val="lt1"/>
              </a:buClr>
              <a:buSzPts val="1500"/>
              <a:buFont typeface="Poppins"/>
              <a:buNone/>
              <a:defRPr b="1" sz="1500">
                <a:latin typeface="Poppins"/>
                <a:ea typeface="Poppins"/>
                <a:cs typeface="Poppins"/>
                <a:sym typeface="Poppins"/>
              </a:defRPr>
            </a:lvl8pPr>
            <a:lvl9pPr lvl="8">
              <a:spcBef>
                <a:spcPts val="0"/>
              </a:spcBef>
              <a:spcAft>
                <a:spcPts val="0"/>
              </a:spcAft>
              <a:buClr>
                <a:schemeClr val="lt1"/>
              </a:buClr>
              <a:buSzPts val="1500"/>
              <a:buFont typeface="Poppins"/>
              <a:buNone/>
              <a:defRPr b="1" sz="1500">
                <a:latin typeface="Poppins"/>
                <a:ea typeface="Poppins"/>
                <a:cs typeface="Poppins"/>
                <a:sym typeface="Poppins"/>
              </a:defRPr>
            </a:lvl9pPr>
          </a:lstStyle>
          <a:p/>
        </p:txBody>
      </p:sp>
      <p:sp>
        <p:nvSpPr>
          <p:cNvPr id="897" name="Google Shape;897;p52"/>
          <p:cNvSpPr txBox="1"/>
          <p:nvPr>
            <p:ph idx="4" type="subTitle"/>
          </p:nvPr>
        </p:nvSpPr>
        <p:spPr>
          <a:xfrm>
            <a:off x="5537976" y="2421696"/>
            <a:ext cx="3453600" cy="311100"/>
          </a:xfrm>
          <a:prstGeom prst="rect">
            <a:avLst/>
          </a:prstGeom>
        </p:spPr>
        <p:txBody>
          <a:bodyPr anchorCtr="0" anchor="t" bIns="0" lIns="0" spcFirstLastPara="1" rIns="91425" wrap="square" tIns="91425">
            <a:noAutofit/>
          </a:bodyPr>
          <a:lstStyle>
            <a:lvl1pPr lvl="0">
              <a:spcBef>
                <a:spcPts val="0"/>
              </a:spcBef>
              <a:spcAft>
                <a:spcPts val="0"/>
              </a:spcAft>
              <a:buClr>
                <a:schemeClr val="lt1"/>
              </a:buClr>
              <a:buSzPts val="1400"/>
              <a:buNone/>
              <a:defRPr sz="1400"/>
            </a:lvl1pPr>
            <a:lvl2pPr lvl="1">
              <a:spcBef>
                <a:spcPts val="0"/>
              </a:spcBef>
              <a:spcAft>
                <a:spcPts val="0"/>
              </a:spcAft>
              <a:buClr>
                <a:schemeClr val="lt1"/>
              </a:buClr>
              <a:buSzPts val="1400"/>
              <a:buNone/>
              <a:defRPr sz="1400"/>
            </a:lvl2pPr>
            <a:lvl3pPr lvl="2">
              <a:spcBef>
                <a:spcPts val="0"/>
              </a:spcBef>
              <a:spcAft>
                <a:spcPts val="0"/>
              </a:spcAft>
              <a:buClr>
                <a:schemeClr val="lt1"/>
              </a:buClr>
              <a:buSzPts val="1400"/>
              <a:buNone/>
              <a:defRPr sz="1400"/>
            </a:lvl3pPr>
            <a:lvl4pPr lvl="3">
              <a:spcBef>
                <a:spcPts val="0"/>
              </a:spcBef>
              <a:spcAft>
                <a:spcPts val="0"/>
              </a:spcAft>
              <a:buClr>
                <a:schemeClr val="lt1"/>
              </a:buClr>
              <a:buSzPts val="1400"/>
              <a:buNone/>
              <a:defRPr sz="1400"/>
            </a:lvl4pPr>
            <a:lvl5pPr lvl="4">
              <a:spcBef>
                <a:spcPts val="0"/>
              </a:spcBef>
              <a:spcAft>
                <a:spcPts val="0"/>
              </a:spcAft>
              <a:buClr>
                <a:schemeClr val="lt1"/>
              </a:buClr>
              <a:buSzPts val="1400"/>
              <a:buNone/>
              <a:defRPr sz="1400"/>
            </a:lvl5pPr>
            <a:lvl6pPr lvl="5">
              <a:spcBef>
                <a:spcPts val="0"/>
              </a:spcBef>
              <a:spcAft>
                <a:spcPts val="0"/>
              </a:spcAft>
              <a:buClr>
                <a:schemeClr val="lt1"/>
              </a:buClr>
              <a:buSzPts val="1400"/>
              <a:buNone/>
              <a:defRPr sz="1400"/>
            </a:lvl6pPr>
            <a:lvl7pPr lvl="6">
              <a:spcBef>
                <a:spcPts val="0"/>
              </a:spcBef>
              <a:spcAft>
                <a:spcPts val="0"/>
              </a:spcAft>
              <a:buClr>
                <a:schemeClr val="lt1"/>
              </a:buClr>
              <a:buSzPts val="1400"/>
              <a:buNone/>
              <a:defRPr sz="1400"/>
            </a:lvl7pPr>
            <a:lvl8pPr lvl="7">
              <a:spcBef>
                <a:spcPts val="0"/>
              </a:spcBef>
              <a:spcAft>
                <a:spcPts val="0"/>
              </a:spcAft>
              <a:buClr>
                <a:schemeClr val="lt1"/>
              </a:buClr>
              <a:buSzPts val="1400"/>
              <a:buNone/>
              <a:defRPr sz="1400"/>
            </a:lvl8pPr>
            <a:lvl9pPr lvl="8">
              <a:spcBef>
                <a:spcPts val="0"/>
              </a:spcBef>
              <a:spcAft>
                <a:spcPts val="0"/>
              </a:spcAft>
              <a:buClr>
                <a:schemeClr val="lt1"/>
              </a:buClr>
              <a:buSzPts val="1400"/>
              <a:buNone/>
              <a:defRPr sz="1400"/>
            </a:lvl9pPr>
          </a:lstStyle>
          <a:p/>
        </p:txBody>
      </p:sp>
      <p:sp>
        <p:nvSpPr>
          <p:cNvPr id="898" name="Google Shape;898;p52"/>
          <p:cNvSpPr txBox="1"/>
          <p:nvPr>
            <p:ph idx="5" type="subTitle"/>
          </p:nvPr>
        </p:nvSpPr>
        <p:spPr>
          <a:xfrm>
            <a:off x="5537976" y="2954416"/>
            <a:ext cx="3453600" cy="3111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1500"/>
              <a:buFont typeface="Poppins"/>
              <a:buNone/>
              <a:defRPr b="1" sz="1500">
                <a:latin typeface="Poppins"/>
                <a:ea typeface="Poppins"/>
                <a:cs typeface="Poppins"/>
                <a:sym typeface="Poppins"/>
              </a:defRPr>
            </a:lvl2pPr>
            <a:lvl3pPr lvl="2">
              <a:spcBef>
                <a:spcPts val="0"/>
              </a:spcBef>
              <a:spcAft>
                <a:spcPts val="0"/>
              </a:spcAft>
              <a:buClr>
                <a:schemeClr val="lt1"/>
              </a:buClr>
              <a:buSzPts val="1500"/>
              <a:buFont typeface="Poppins"/>
              <a:buNone/>
              <a:defRPr b="1" sz="1500">
                <a:latin typeface="Poppins"/>
                <a:ea typeface="Poppins"/>
                <a:cs typeface="Poppins"/>
                <a:sym typeface="Poppins"/>
              </a:defRPr>
            </a:lvl3pPr>
            <a:lvl4pPr lvl="3">
              <a:spcBef>
                <a:spcPts val="0"/>
              </a:spcBef>
              <a:spcAft>
                <a:spcPts val="0"/>
              </a:spcAft>
              <a:buClr>
                <a:schemeClr val="lt1"/>
              </a:buClr>
              <a:buSzPts val="1500"/>
              <a:buFont typeface="Poppins"/>
              <a:buNone/>
              <a:defRPr b="1" sz="1500">
                <a:latin typeface="Poppins"/>
                <a:ea typeface="Poppins"/>
                <a:cs typeface="Poppins"/>
                <a:sym typeface="Poppins"/>
              </a:defRPr>
            </a:lvl4pPr>
            <a:lvl5pPr lvl="4">
              <a:spcBef>
                <a:spcPts val="0"/>
              </a:spcBef>
              <a:spcAft>
                <a:spcPts val="0"/>
              </a:spcAft>
              <a:buClr>
                <a:schemeClr val="lt1"/>
              </a:buClr>
              <a:buSzPts val="1500"/>
              <a:buFont typeface="Poppins"/>
              <a:buNone/>
              <a:defRPr b="1" sz="1500">
                <a:latin typeface="Poppins"/>
                <a:ea typeface="Poppins"/>
                <a:cs typeface="Poppins"/>
                <a:sym typeface="Poppins"/>
              </a:defRPr>
            </a:lvl5pPr>
            <a:lvl6pPr lvl="5">
              <a:spcBef>
                <a:spcPts val="0"/>
              </a:spcBef>
              <a:spcAft>
                <a:spcPts val="0"/>
              </a:spcAft>
              <a:buClr>
                <a:schemeClr val="lt1"/>
              </a:buClr>
              <a:buSzPts val="1500"/>
              <a:buFont typeface="Poppins"/>
              <a:buNone/>
              <a:defRPr b="1" sz="1500">
                <a:latin typeface="Poppins"/>
                <a:ea typeface="Poppins"/>
                <a:cs typeface="Poppins"/>
                <a:sym typeface="Poppins"/>
              </a:defRPr>
            </a:lvl6pPr>
            <a:lvl7pPr lvl="6">
              <a:spcBef>
                <a:spcPts val="0"/>
              </a:spcBef>
              <a:spcAft>
                <a:spcPts val="0"/>
              </a:spcAft>
              <a:buClr>
                <a:schemeClr val="lt1"/>
              </a:buClr>
              <a:buSzPts val="1500"/>
              <a:buFont typeface="Poppins"/>
              <a:buNone/>
              <a:defRPr b="1" sz="1500">
                <a:latin typeface="Poppins"/>
                <a:ea typeface="Poppins"/>
                <a:cs typeface="Poppins"/>
                <a:sym typeface="Poppins"/>
              </a:defRPr>
            </a:lvl7pPr>
            <a:lvl8pPr lvl="7">
              <a:spcBef>
                <a:spcPts val="0"/>
              </a:spcBef>
              <a:spcAft>
                <a:spcPts val="0"/>
              </a:spcAft>
              <a:buClr>
                <a:schemeClr val="lt1"/>
              </a:buClr>
              <a:buSzPts val="1500"/>
              <a:buFont typeface="Poppins"/>
              <a:buNone/>
              <a:defRPr b="1" sz="1500">
                <a:latin typeface="Poppins"/>
                <a:ea typeface="Poppins"/>
                <a:cs typeface="Poppins"/>
                <a:sym typeface="Poppins"/>
              </a:defRPr>
            </a:lvl8pPr>
            <a:lvl9pPr lvl="8">
              <a:spcBef>
                <a:spcPts val="0"/>
              </a:spcBef>
              <a:spcAft>
                <a:spcPts val="0"/>
              </a:spcAft>
              <a:buClr>
                <a:schemeClr val="lt1"/>
              </a:buClr>
              <a:buSzPts val="1500"/>
              <a:buFont typeface="Poppins"/>
              <a:buNone/>
              <a:defRPr b="1" sz="1500">
                <a:latin typeface="Poppins"/>
                <a:ea typeface="Poppins"/>
                <a:cs typeface="Poppins"/>
                <a:sym typeface="Poppins"/>
              </a:defRPr>
            </a:lvl9pPr>
          </a:lstStyle>
          <a:p/>
        </p:txBody>
      </p:sp>
      <p:sp>
        <p:nvSpPr>
          <p:cNvPr id="899" name="Google Shape;899;p52"/>
          <p:cNvSpPr txBox="1"/>
          <p:nvPr>
            <p:ph idx="6" type="subTitle"/>
          </p:nvPr>
        </p:nvSpPr>
        <p:spPr>
          <a:xfrm>
            <a:off x="5537976" y="3190509"/>
            <a:ext cx="3453600" cy="311100"/>
          </a:xfrm>
          <a:prstGeom prst="rect">
            <a:avLst/>
          </a:prstGeom>
        </p:spPr>
        <p:txBody>
          <a:bodyPr anchorCtr="0" anchor="t" bIns="0" lIns="0" spcFirstLastPara="1" rIns="91425" wrap="square" tIns="91425">
            <a:noAutofit/>
          </a:bodyPr>
          <a:lstStyle>
            <a:lvl1pPr lvl="0">
              <a:spcBef>
                <a:spcPts val="0"/>
              </a:spcBef>
              <a:spcAft>
                <a:spcPts val="0"/>
              </a:spcAft>
              <a:buClr>
                <a:schemeClr val="lt1"/>
              </a:buClr>
              <a:buSzPts val="1400"/>
              <a:buNone/>
              <a:defRPr sz="1400"/>
            </a:lvl1pPr>
            <a:lvl2pPr lvl="1">
              <a:spcBef>
                <a:spcPts val="0"/>
              </a:spcBef>
              <a:spcAft>
                <a:spcPts val="0"/>
              </a:spcAft>
              <a:buClr>
                <a:schemeClr val="lt1"/>
              </a:buClr>
              <a:buSzPts val="1400"/>
              <a:buNone/>
              <a:defRPr sz="1400"/>
            </a:lvl2pPr>
            <a:lvl3pPr lvl="2">
              <a:spcBef>
                <a:spcPts val="0"/>
              </a:spcBef>
              <a:spcAft>
                <a:spcPts val="0"/>
              </a:spcAft>
              <a:buClr>
                <a:schemeClr val="lt1"/>
              </a:buClr>
              <a:buSzPts val="1400"/>
              <a:buNone/>
              <a:defRPr sz="1400"/>
            </a:lvl3pPr>
            <a:lvl4pPr lvl="3">
              <a:spcBef>
                <a:spcPts val="0"/>
              </a:spcBef>
              <a:spcAft>
                <a:spcPts val="0"/>
              </a:spcAft>
              <a:buClr>
                <a:schemeClr val="lt1"/>
              </a:buClr>
              <a:buSzPts val="1400"/>
              <a:buNone/>
              <a:defRPr sz="1400"/>
            </a:lvl4pPr>
            <a:lvl5pPr lvl="4">
              <a:spcBef>
                <a:spcPts val="0"/>
              </a:spcBef>
              <a:spcAft>
                <a:spcPts val="0"/>
              </a:spcAft>
              <a:buClr>
                <a:schemeClr val="lt1"/>
              </a:buClr>
              <a:buSzPts val="1400"/>
              <a:buNone/>
              <a:defRPr sz="1400"/>
            </a:lvl5pPr>
            <a:lvl6pPr lvl="5">
              <a:spcBef>
                <a:spcPts val="0"/>
              </a:spcBef>
              <a:spcAft>
                <a:spcPts val="0"/>
              </a:spcAft>
              <a:buClr>
                <a:schemeClr val="lt1"/>
              </a:buClr>
              <a:buSzPts val="1400"/>
              <a:buNone/>
              <a:defRPr sz="1400"/>
            </a:lvl6pPr>
            <a:lvl7pPr lvl="6">
              <a:spcBef>
                <a:spcPts val="0"/>
              </a:spcBef>
              <a:spcAft>
                <a:spcPts val="0"/>
              </a:spcAft>
              <a:buClr>
                <a:schemeClr val="lt1"/>
              </a:buClr>
              <a:buSzPts val="1400"/>
              <a:buNone/>
              <a:defRPr sz="1400"/>
            </a:lvl7pPr>
            <a:lvl8pPr lvl="7">
              <a:spcBef>
                <a:spcPts val="0"/>
              </a:spcBef>
              <a:spcAft>
                <a:spcPts val="0"/>
              </a:spcAft>
              <a:buClr>
                <a:schemeClr val="lt1"/>
              </a:buClr>
              <a:buSzPts val="1400"/>
              <a:buNone/>
              <a:defRPr sz="1400"/>
            </a:lvl8pPr>
            <a:lvl9pPr lvl="8">
              <a:spcBef>
                <a:spcPts val="0"/>
              </a:spcBef>
              <a:spcAft>
                <a:spcPts val="0"/>
              </a:spcAft>
              <a:buClr>
                <a:schemeClr val="lt1"/>
              </a:buClr>
              <a:buSzPts val="1400"/>
              <a:buNone/>
              <a:defRPr sz="1400"/>
            </a:lvl9pPr>
          </a:lstStyle>
          <a:p/>
        </p:txBody>
      </p:sp>
      <p:sp>
        <p:nvSpPr>
          <p:cNvPr id="900" name="Google Shape;900;p52"/>
          <p:cNvSpPr txBox="1"/>
          <p:nvPr>
            <p:ph idx="7" type="subTitle"/>
          </p:nvPr>
        </p:nvSpPr>
        <p:spPr>
          <a:xfrm>
            <a:off x="5537976" y="3717879"/>
            <a:ext cx="3453600" cy="3111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800"/>
              <a:buFont typeface="Poppins"/>
              <a:buNone/>
              <a:defRPr b="1" sz="1800">
                <a:latin typeface="Poppins"/>
                <a:ea typeface="Poppins"/>
                <a:cs typeface="Poppins"/>
                <a:sym typeface="Poppins"/>
              </a:defRPr>
            </a:lvl1pPr>
            <a:lvl2pPr lvl="1">
              <a:spcBef>
                <a:spcPts val="0"/>
              </a:spcBef>
              <a:spcAft>
                <a:spcPts val="0"/>
              </a:spcAft>
              <a:buClr>
                <a:schemeClr val="lt1"/>
              </a:buClr>
              <a:buSzPts val="1500"/>
              <a:buFont typeface="Poppins"/>
              <a:buNone/>
              <a:defRPr b="1" sz="1500">
                <a:latin typeface="Poppins"/>
                <a:ea typeface="Poppins"/>
                <a:cs typeface="Poppins"/>
                <a:sym typeface="Poppins"/>
              </a:defRPr>
            </a:lvl2pPr>
            <a:lvl3pPr lvl="2">
              <a:spcBef>
                <a:spcPts val="0"/>
              </a:spcBef>
              <a:spcAft>
                <a:spcPts val="0"/>
              </a:spcAft>
              <a:buClr>
                <a:schemeClr val="lt1"/>
              </a:buClr>
              <a:buSzPts val="1500"/>
              <a:buFont typeface="Poppins"/>
              <a:buNone/>
              <a:defRPr b="1" sz="1500">
                <a:latin typeface="Poppins"/>
                <a:ea typeface="Poppins"/>
                <a:cs typeface="Poppins"/>
                <a:sym typeface="Poppins"/>
              </a:defRPr>
            </a:lvl3pPr>
            <a:lvl4pPr lvl="3">
              <a:spcBef>
                <a:spcPts val="0"/>
              </a:spcBef>
              <a:spcAft>
                <a:spcPts val="0"/>
              </a:spcAft>
              <a:buClr>
                <a:schemeClr val="lt1"/>
              </a:buClr>
              <a:buSzPts val="1500"/>
              <a:buFont typeface="Poppins"/>
              <a:buNone/>
              <a:defRPr b="1" sz="1500">
                <a:latin typeface="Poppins"/>
                <a:ea typeface="Poppins"/>
                <a:cs typeface="Poppins"/>
                <a:sym typeface="Poppins"/>
              </a:defRPr>
            </a:lvl4pPr>
            <a:lvl5pPr lvl="4">
              <a:spcBef>
                <a:spcPts val="0"/>
              </a:spcBef>
              <a:spcAft>
                <a:spcPts val="0"/>
              </a:spcAft>
              <a:buClr>
                <a:schemeClr val="lt1"/>
              </a:buClr>
              <a:buSzPts val="1500"/>
              <a:buFont typeface="Poppins"/>
              <a:buNone/>
              <a:defRPr b="1" sz="1500">
                <a:latin typeface="Poppins"/>
                <a:ea typeface="Poppins"/>
                <a:cs typeface="Poppins"/>
                <a:sym typeface="Poppins"/>
              </a:defRPr>
            </a:lvl5pPr>
            <a:lvl6pPr lvl="5">
              <a:spcBef>
                <a:spcPts val="0"/>
              </a:spcBef>
              <a:spcAft>
                <a:spcPts val="0"/>
              </a:spcAft>
              <a:buClr>
                <a:schemeClr val="lt1"/>
              </a:buClr>
              <a:buSzPts val="1500"/>
              <a:buFont typeface="Poppins"/>
              <a:buNone/>
              <a:defRPr b="1" sz="1500">
                <a:latin typeface="Poppins"/>
                <a:ea typeface="Poppins"/>
                <a:cs typeface="Poppins"/>
                <a:sym typeface="Poppins"/>
              </a:defRPr>
            </a:lvl6pPr>
            <a:lvl7pPr lvl="6">
              <a:spcBef>
                <a:spcPts val="0"/>
              </a:spcBef>
              <a:spcAft>
                <a:spcPts val="0"/>
              </a:spcAft>
              <a:buClr>
                <a:schemeClr val="lt1"/>
              </a:buClr>
              <a:buSzPts val="1500"/>
              <a:buFont typeface="Poppins"/>
              <a:buNone/>
              <a:defRPr b="1" sz="1500">
                <a:latin typeface="Poppins"/>
                <a:ea typeface="Poppins"/>
                <a:cs typeface="Poppins"/>
                <a:sym typeface="Poppins"/>
              </a:defRPr>
            </a:lvl7pPr>
            <a:lvl8pPr lvl="7">
              <a:spcBef>
                <a:spcPts val="0"/>
              </a:spcBef>
              <a:spcAft>
                <a:spcPts val="0"/>
              </a:spcAft>
              <a:buClr>
                <a:schemeClr val="lt1"/>
              </a:buClr>
              <a:buSzPts val="1500"/>
              <a:buFont typeface="Poppins"/>
              <a:buNone/>
              <a:defRPr b="1" sz="1500">
                <a:latin typeface="Poppins"/>
                <a:ea typeface="Poppins"/>
                <a:cs typeface="Poppins"/>
                <a:sym typeface="Poppins"/>
              </a:defRPr>
            </a:lvl8pPr>
            <a:lvl9pPr lvl="8">
              <a:spcBef>
                <a:spcPts val="0"/>
              </a:spcBef>
              <a:spcAft>
                <a:spcPts val="0"/>
              </a:spcAft>
              <a:buClr>
                <a:schemeClr val="lt1"/>
              </a:buClr>
              <a:buSzPts val="1500"/>
              <a:buFont typeface="Poppins"/>
              <a:buNone/>
              <a:defRPr b="1" sz="1500">
                <a:latin typeface="Poppins"/>
                <a:ea typeface="Poppins"/>
                <a:cs typeface="Poppins"/>
                <a:sym typeface="Poppins"/>
              </a:defRPr>
            </a:lvl9pPr>
          </a:lstStyle>
          <a:p/>
        </p:txBody>
      </p:sp>
      <p:sp>
        <p:nvSpPr>
          <p:cNvPr id="901" name="Google Shape;901;p52"/>
          <p:cNvSpPr txBox="1"/>
          <p:nvPr>
            <p:ph idx="8" type="subTitle"/>
          </p:nvPr>
        </p:nvSpPr>
        <p:spPr>
          <a:xfrm>
            <a:off x="5537976" y="3953971"/>
            <a:ext cx="3453600" cy="311100"/>
          </a:xfrm>
          <a:prstGeom prst="rect">
            <a:avLst/>
          </a:prstGeom>
        </p:spPr>
        <p:txBody>
          <a:bodyPr anchorCtr="0" anchor="t" bIns="0" lIns="0" spcFirstLastPara="1" rIns="91425" wrap="square" tIns="91425">
            <a:noAutofit/>
          </a:bodyPr>
          <a:lstStyle>
            <a:lvl1pPr lvl="0">
              <a:spcBef>
                <a:spcPts val="0"/>
              </a:spcBef>
              <a:spcAft>
                <a:spcPts val="0"/>
              </a:spcAft>
              <a:buClr>
                <a:schemeClr val="lt1"/>
              </a:buClr>
              <a:buSzPts val="1400"/>
              <a:buNone/>
              <a:defRPr sz="1400"/>
            </a:lvl1pPr>
            <a:lvl2pPr lvl="1">
              <a:spcBef>
                <a:spcPts val="0"/>
              </a:spcBef>
              <a:spcAft>
                <a:spcPts val="0"/>
              </a:spcAft>
              <a:buClr>
                <a:schemeClr val="lt1"/>
              </a:buClr>
              <a:buSzPts val="1400"/>
              <a:buNone/>
              <a:defRPr sz="1400"/>
            </a:lvl2pPr>
            <a:lvl3pPr lvl="2">
              <a:spcBef>
                <a:spcPts val="0"/>
              </a:spcBef>
              <a:spcAft>
                <a:spcPts val="0"/>
              </a:spcAft>
              <a:buClr>
                <a:schemeClr val="lt1"/>
              </a:buClr>
              <a:buSzPts val="1400"/>
              <a:buNone/>
              <a:defRPr sz="1400"/>
            </a:lvl3pPr>
            <a:lvl4pPr lvl="3">
              <a:spcBef>
                <a:spcPts val="0"/>
              </a:spcBef>
              <a:spcAft>
                <a:spcPts val="0"/>
              </a:spcAft>
              <a:buClr>
                <a:schemeClr val="lt1"/>
              </a:buClr>
              <a:buSzPts val="1400"/>
              <a:buNone/>
              <a:defRPr sz="1400"/>
            </a:lvl4pPr>
            <a:lvl5pPr lvl="4">
              <a:spcBef>
                <a:spcPts val="0"/>
              </a:spcBef>
              <a:spcAft>
                <a:spcPts val="0"/>
              </a:spcAft>
              <a:buClr>
                <a:schemeClr val="lt1"/>
              </a:buClr>
              <a:buSzPts val="1400"/>
              <a:buNone/>
              <a:defRPr sz="1400"/>
            </a:lvl5pPr>
            <a:lvl6pPr lvl="5">
              <a:spcBef>
                <a:spcPts val="0"/>
              </a:spcBef>
              <a:spcAft>
                <a:spcPts val="0"/>
              </a:spcAft>
              <a:buClr>
                <a:schemeClr val="lt1"/>
              </a:buClr>
              <a:buSzPts val="1400"/>
              <a:buNone/>
              <a:defRPr sz="1400"/>
            </a:lvl6pPr>
            <a:lvl7pPr lvl="6">
              <a:spcBef>
                <a:spcPts val="0"/>
              </a:spcBef>
              <a:spcAft>
                <a:spcPts val="0"/>
              </a:spcAft>
              <a:buClr>
                <a:schemeClr val="lt1"/>
              </a:buClr>
              <a:buSzPts val="1400"/>
              <a:buNone/>
              <a:defRPr sz="1400"/>
            </a:lvl7pPr>
            <a:lvl8pPr lvl="7">
              <a:spcBef>
                <a:spcPts val="0"/>
              </a:spcBef>
              <a:spcAft>
                <a:spcPts val="0"/>
              </a:spcAft>
              <a:buClr>
                <a:schemeClr val="lt1"/>
              </a:buClr>
              <a:buSzPts val="1400"/>
              <a:buNone/>
              <a:defRPr sz="1400"/>
            </a:lvl8pPr>
            <a:lvl9pPr lvl="8">
              <a:spcBef>
                <a:spcPts val="0"/>
              </a:spcBef>
              <a:spcAft>
                <a:spcPts val="0"/>
              </a:spcAft>
              <a:buClr>
                <a:schemeClr val="lt1"/>
              </a:buClr>
              <a:buSzPts val="1400"/>
              <a:buNone/>
              <a:defRPr sz="1400"/>
            </a:lvl9pPr>
          </a:lstStyle>
          <a:p/>
        </p:txBody>
      </p:sp>
      <p:sp>
        <p:nvSpPr>
          <p:cNvPr id="902" name="Google Shape;902;p52"/>
          <p:cNvSpPr/>
          <p:nvPr/>
        </p:nvSpPr>
        <p:spPr>
          <a:xfrm rot="-5400000">
            <a:off x="-1276000" y="1266039"/>
            <a:ext cx="2537400" cy="2537400"/>
          </a:xfrm>
          <a:prstGeom prst="pie">
            <a:avLst>
              <a:gd fmla="val 0"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solidFill>
                <a:schemeClr val="dk1"/>
              </a:solidFill>
              <a:latin typeface="Urbanist"/>
              <a:ea typeface="Urbanist"/>
              <a:cs typeface="Urbanist"/>
              <a:sym typeface="Urbanist"/>
            </a:endParaRPr>
          </a:p>
        </p:txBody>
      </p:sp>
      <p:sp>
        <p:nvSpPr>
          <p:cNvPr id="903" name="Google Shape;903;p52"/>
          <p:cNvSpPr/>
          <p:nvPr/>
        </p:nvSpPr>
        <p:spPr>
          <a:xfrm rot="-5400000">
            <a:off x="-5951" y="2536242"/>
            <a:ext cx="1267200" cy="1267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solidFill>
                <a:schemeClr val="dk1"/>
              </a:solidFill>
              <a:latin typeface="Urbanist"/>
              <a:ea typeface="Urbanist"/>
              <a:cs typeface="Urbanist"/>
              <a:sym typeface="Urbanist"/>
            </a:endParaRPr>
          </a:p>
        </p:txBody>
      </p:sp>
      <p:sp>
        <p:nvSpPr>
          <p:cNvPr id="904" name="Google Shape;904;p52"/>
          <p:cNvSpPr/>
          <p:nvPr/>
        </p:nvSpPr>
        <p:spPr>
          <a:xfrm>
            <a:off x="3244" y="3803442"/>
            <a:ext cx="1340100" cy="1340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905" name="Google Shape;905;p52"/>
          <p:cNvSpPr txBox="1"/>
          <p:nvPr>
            <p:ph type="title"/>
          </p:nvPr>
        </p:nvSpPr>
        <p:spPr>
          <a:xfrm>
            <a:off x="1582800" y="1485525"/>
            <a:ext cx="2989200" cy="4338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2800"/>
              <a:buNone/>
              <a:defRPr sz="2800"/>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p:txBody>
      </p:sp>
      <p:sp>
        <p:nvSpPr>
          <p:cNvPr id="906" name="Google Shape;906;p52"/>
          <p:cNvSpPr txBox="1"/>
          <p:nvPr>
            <p:ph idx="9" type="subTitle"/>
          </p:nvPr>
        </p:nvSpPr>
        <p:spPr>
          <a:xfrm>
            <a:off x="289900" y="162300"/>
            <a:ext cx="2114700" cy="218400"/>
          </a:xfrm>
          <a:prstGeom prst="rect">
            <a:avLst/>
          </a:prstGeom>
        </p:spPr>
        <p:txBody>
          <a:bodyPr anchorCtr="0" anchor="t" bIns="0" lIns="0" spcFirstLastPara="1" rIns="0" wrap="square" tIns="0">
            <a:no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907" name="Google Shape;907;p52"/>
          <p:cNvSpPr txBox="1"/>
          <p:nvPr>
            <p:ph idx="13" type="subTitle"/>
          </p:nvPr>
        </p:nvSpPr>
        <p:spPr>
          <a:xfrm>
            <a:off x="4223400" y="162300"/>
            <a:ext cx="1775100" cy="218400"/>
          </a:xfrm>
          <a:prstGeom prst="rect">
            <a:avLst/>
          </a:prstGeom>
        </p:spPr>
        <p:txBody>
          <a:bodyPr anchorCtr="0" anchor="t" bIns="0" lIns="0" spcFirstLastPara="1" rIns="0" wrap="square" tIns="0">
            <a:no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908" name="Google Shape;908;p52"/>
          <p:cNvSpPr txBox="1"/>
          <p:nvPr>
            <p:ph idx="14" type="subTitle"/>
          </p:nvPr>
        </p:nvSpPr>
        <p:spPr>
          <a:xfrm>
            <a:off x="6571675" y="162300"/>
            <a:ext cx="2282400" cy="218400"/>
          </a:xfrm>
          <a:prstGeom prst="rect">
            <a:avLst/>
          </a:prstGeom>
        </p:spPr>
        <p:txBody>
          <a:bodyPr anchorCtr="0" anchor="t" bIns="0" lIns="0" spcFirstLastPara="1" rIns="0" wrap="square" tIns="0">
            <a:noAutofit/>
          </a:bodyPr>
          <a:lstStyle>
            <a:lvl1pPr lvl="0" algn="r">
              <a:spcBef>
                <a:spcPts val="0"/>
              </a:spcBef>
              <a:spcAft>
                <a:spcPts val="0"/>
              </a:spcAft>
              <a:buSzPts val="800"/>
              <a:buNone/>
              <a:defRPr sz="800"/>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909" name="Google Shape;909;p52"/>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objectives">
  <p:cSld name="TITLE_1_1_4_1">
    <p:spTree>
      <p:nvGrpSpPr>
        <p:cNvPr id="910" name="Shape 910"/>
        <p:cNvGrpSpPr/>
        <p:nvPr/>
      </p:nvGrpSpPr>
      <p:grpSpPr>
        <a:xfrm>
          <a:off x="0" y="0"/>
          <a:ext cx="0" cy="0"/>
          <a:chOff x="0" y="0"/>
          <a:chExt cx="0" cy="0"/>
        </a:xfrm>
      </p:grpSpPr>
      <p:sp>
        <p:nvSpPr>
          <p:cNvPr id="911" name="Google Shape;911;p53"/>
          <p:cNvSpPr txBox="1"/>
          <p:nvPr>
            <p:ph idx="1" type="subTitle"/>
          </p:nvPr>
        </p:nvSpPr>
        <p:spPr>
          <a:xfrm>
            <a:off x="284700" y="3016803"/>
            <a:ext cx="1970400" cy="466800"/>
          </a:xfrm>
          <a:prstGeom prst="rect">
            <a:avLst/>
          </a:prstGeom>
        </p:spPr>
        <p:txBody>
          <a:bodyPr anchorCtr="0" anchor="b" bIns="91425" lIns="0" spcFirstLastPara="1" rIns="91425" wrap="square" tIns="91425">
            <a:noAutofit/>
          </a:bodyPr>
          <a:lstStyle>
            <a:lvl1pPr lvl="0">
              <a:spcBef>
                <a:spcPts val="0"/>
              </a:spcBef>
              <a:spcAft>
                <a:spcPts val="0"/>
              </a:spcAft>
              <a:buSzPts val="1100"/>
              <a:buFont typeface="Poppins"/>
              <a:buNone/>
              <a:defRPr b="1" sz="1100">
                <a:latin typeface="Poppins"/>
                <a:ea typeface="Poppins"/>
                <a:cs typeface="Poppins"/>
                <a:sym typeface="Poppins"/>
              </a:defRPr>
            </a:lvl1pPr>
            <a:lvl2pPr lvl="1">
              <a:spcBef>
                <a:spcPts val="0"/>
              </a:spcBef>
              <a:spcAft>
                <a:spcPts val="0"/>
              </a:spcAft>
              <a:buSzPts val="1100"/>
              <a:buFont typeface="Poppins"/>
              <a:buNone/>
              <a:defRPr b="1" sz="1100">
                <a:latin typeface="Poppins"/>
                <a:ea typeface="Poppins"/>
                <a:cs typeface="Poppins"/>
                <a:sym typeface="Poppins"/>
              </a:defRPr>
            </a:lvl2pPr>
            <a:lvl3pPr lvl="2">
              <a:spcBef>
                <a:spcPts val="0"/>
              </a:spcBef>
              <a:spcAft>
                <a:spcPts val="0"/>
              </a:spcAft>
              <a:buSzPts val="1100"/>
              <a:buFont typeface="Poppins"/>
              <a:buNone/>
              <a:defRPr b="1" sz="1100">
                <a:latin typeface="Poppins"/>
                <a:ea typeface="Poppins"/>
                <a:cs typeface="Poppins"/>
                <a:sym typeface="Poppins"/>
              </a:defRPr>
            </a:lvl3pPr>
            <a:lvl4pPr lvl="3">
              <a:spcBef>
                <a:spcPts val="0"/>
              </a:spcBef>
              <a:spcAft>
                <a:spcPts val="0"/>
              </a:spcAft>
              <a:buSzPts val="1100"/>
              <a:buFont typeface="Poppins"/>
              <a:buNone/>
              <a:defRPr b="1" sz="1100">
                <a:latin typeface="Poppins"/>
                <a:ea typeface="Poppins"/>
                <a:cs typeface="Poppins"/>
                <a:sym typeface="Poppins"/>
              </a:defRPr>
            </a:lvl4pPr>
            <a:lvl5pPr lvl="4">
              <a:spcBef>
                <a:spcPts val="0"/>
              </a:spcBef>
              <a:spcAft>
                <a:spcPts val="0"/>
              </a:spcAft>
              <a:buSzPts val="1100"/>
              <a:buFont typeface="Poppins"/>
              <a:buNone/>
              <a:defRPr b="1" sz="1100">
                <a:latin typeface="Poppins"/>
                <a:ea typeface="Poppins"/>
                <a:cs typeface="Poppins"/>
                <a:sym typeface="Poppins"/>
              </a:defRPr>
            </a:lvl5pPr>
            <a:lvl6pPr lvl="5">
              <a:spcBef>
                <a:spcPts val="0"/>
              </a:spcBef>
              <a:spcAft>
                <a:spcPts val="0"/>
              </a:spcAft>
              <a:buSzPts val="1100"/>
              <a:buFont typeface="Poppins"/>
              <a:buNone/>
              <a:defRPr b="1" sz="1100">
                <a:latin typeface="Poppins"/>
                <a:ea typeface="Poppins"/>
                <a:cs typeface="Poppins"/>
                <a:sym typeface="Poppins"/>
              </a:defRPr>
            </a:lvl6pPr>
            <a:lvl7pPr lvl="6">
              <a:spcBef>
                <a:spcPts val="0"/>
              </a:spcBef>
              <a:spcAft>
                <a:spcPts val="0"/>
              </a:spcAft>
              <a:buSzPts val="1100"/>
              <a:buFont typeface="Poppins"/>
              <a:buNone/>
              <a:defRPr b="1" sz="1100">
                <a:latin typeface="Poppins"/>
                <a:ea typeface="Poppins"/>
                <a:cs typeface="Poppins"/>
                <a:sym typeface="Poppins"/>
              </a:defRPr>
            </a:lvl7pPr>
            <a:lvl8pPr lvl="7">
              <a:spcBef>
                <a:spcPts val="0"/>
              </a:spcBef>
              <a:spcAft>
                <a:spcPts val="0"/>
              </a:spcAft>
              <a:buSzPts val="1100"/>
              <a:buFont typeface="Poppins"/>
              <a:buNone/>
              <a:defRPr b="1" sz="1100">
                <a:latin typeface="Poppins"/>
                <a:ea typeface="Poppins"/>
                <a:cs typeface="Poppins"/>
                <a:sym typeface="Poppins"/>
              </a:defRPr>
            </a:lvl8pPr>
            <a:lvl9pPr lvl="8">
              <a:spcBef>
                <a:spcPts val="0"/>
              </a:spcBef>
              <a:spcAft>
                <a:spcPts val="0"/>
              </a:spcAft>
              <a:buSzPts val="1100"/>
              <a:buFont typeface="Poppins"/>
              <a:buNone/>
              <a:defRPr b="1" sz="1100">
                <a:latin typeface="Poppins"/>
                <a:ea typeface="Poppins"/>
                <a:cs typeface="Poppins"/>
                <a:sym typeface="Poppins"/>
              </a:defRPr>
            </a:lvl9pPr>
          </a:lstStyle>
          <a:p/>
        </p:txBody>
      </p:sp>
      <p:sp>
        <p:nvSpPr>
          <p:cNvPr id="912" name="Google Shape;912;p53"/>
          <p:cNvSpPr txBox="1"/>
          <p:nvPr>
            <p:ph idx="2" type="subTitle"/>
          </p:nvPr>
        </p:nvSpPr>
        <p:spPr>
          <a:xfrm>
            <a:off x="284700" y="3432410"/>
            <a:ext cx="1970400" cy="1219800"/>
          </a:xfrm>
          <a:prstGeom prst="rect">
            <a:avLst/>
          </a:prstGeom>
        </p:spPr>
        <p:txBody>
          <a:bodyPr anchorCtr="0" anchor="t" bIns="91425" lIns="0" spcFirstLastPara="1" rIns="91425" wrap="square" tIns="91425">
            <a:sp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p:txBody>
      </p:sp>
      <p:sp>
        <p:nvSpPr>
          <p:cNvPr id="913" name="Google Shape;913;p53"/>
          <p:cNvSpPr txBox="1"/>
          <p:nvPr>
            <p:ph idx="3" type="subTitle"/>
          </p:nvPr>
        </p:nvSpPr>
        <p:spPr>
          <a:xfrm>
            <a:off x="2709924" y="3016803"/>
            <a:ext cx="1970400" cy="466800"/>
          </a:xfrm>
          <a:prstGeom prst="rect">
            <a:avLst/>
          </a:prstGeom>
        </p:spPr>
        <p:txBody>
          <a:bodyPr anchorCtr="0" anchor="b" bIns="91425" lIns="0" spcFirstLastPara="1" rIns="91425" wrap="square" tIns="91425">
            <a:noAutofit/>
          </a:bodyPr>
          <a:lstStyle>
            <a:lvl1pPr lvl="0">
              <a:spcBef>
                <a:spcPts val="0"/>
              </a:spcBef>
              <a:spcAft>
                <a:spcPts val="0"/>
              </a:spcAft>
              <a:buSzPts val="1100"/>
              <a:buFont typeface="Poppins"/>
              <a:buNone/>
              <a:defRPr b="1" sz="1100">
                <a:latin typeface="Poppins"/>
                <a:ea typeface="Poppins"/>
                <a:cs typeface="Poppins"/>
                <a:sym typeface="Poppins"/>
              </a:defRPr>
            </a:lvl1pPr>
            <a:lvl2pPr lvl="1">
              <a:spcBef>
                <a:spcPts val="0"/>
              </a:spcBef>
              <a:spcAft>
                <a:spcPts val="0"/>
              </a:spcAft>
              <a:buSzPts val="1100"/>
              <a:buFont typeface="Poppins"/>
              <a:buNone/>
              <a:defRPr b="1" sz="1100">
                <a:latin typeface="Poppins"/>
                <a:ea typeface="Poppins"/>
                <a:cs typeface="Poppins"/>
                <a:sym typeface="Poppins"/>
              </a:defRPr>
            </a:lvl2pPr>
            <a:lvl3pPr lvl="2">
              <a:spcBef>
                <a:spcPts val="0"/>
              </a:spcBef>
              <a:spcAft>
                <a:spcPts val="0"/>
              </a:spcAft>
              <a:buSzPts val="1100"/>
              <a:buFont typeface="Poppins"/>
              <a:buNone/>
              <a:defRPr b="1" sz="1100">
                <a:latin typeface="Poppins"/>
                <a:ea typeface="Poppins"/>
                <a:cs typeface="Poppins"/>
                <a:sym typeface="Poppins"/>
              </a:defRPr>
            </a:lvl3pPr>
            <a:lvl4pPr lvl="3">
              <a:spcBef>
                <a:spcPts val="0"/>
              </a:spcBef>
              <a:spcAft>
                <a:spcPts val="0"/>
              </a:spcAft>
              <a:buSzPts val="1100"/>
              <a:buFont typeface="Poppins"/>
              <a:buNone/>
              <a:defRPr b="1" sz="1100">
                <a:latin typeface="Poppins"/>
                <a:ea typeface="Poppins"/>
                <a:cs typeface="Poppins"/>
                <a:sym typeface="Poppins"/>
              </a:defRPr>
            </a:lvl4pPr>
            <a:lvl5pPr lvl="4">
              <a:spcBef>
                <a:spcPts val="0"/>
              </a:spcBef>
              <a:spcAft>
                <a:spcPts val="0"/>
              </a:spcAft>
              <a:buSzPts val="1100"/>
              <a:buFont typeface="Poppins"/>
              <a:buNone/>
              <a:defRPr b="1" sz="1100">
                <a:latin typeface="Poppins"/>
                <a:ea typeface="Poppins"/>
                <a:cs typeface="Poppins"/>
                <a:sym typeface="Poppins"/>
              </a:defRPr>
            </a:lvl5pPr>
            <a:lvl6pPr lvl="5">
              <a:spcBef>
                <a:spcPts val="0"/>
              </a:spcBef>
              <a:spcAft>
                <a:spcPts val="0"/>
              </a:spcAft>
              <a:buSzPts val="1100"/>
              <a:buFont typeface="Poppins"/>
              <a:buNone/>
              <a:defRPr b="1" sz="1100">
                <a:latin typeface="Poppins"/>
                <a:ea typeface="Poppins"/>
                <a:cs typeface="Poppins"/>
                <a:sym typeface="Poppins"/>
              </a:defRPr>
            </a:lvl6pPr>
            <a:lvl7pPr lvl="6">
              <a:spcBef>
                <a:spcPts val="0"/>
              </a:spcBef>
              <a:spcAft>
                <a:spcPts val="0"/>
              </a:spcAft>
              <a:buSzPts val="1100"/>
              <a:buFont typeface="Poppins"/>
              <a:buNone/>
              <a:defRPr b="1" sz="1100">
                <a:latin typeface="Poppins"/>
                <a:ea typeface="Poppins"/>
                <a:cs typeface="Poppins"/>
                <a:sym typeface="Poppins"/>
              </a:defRPr>
            </a:lvl7pPr>
            <a:lvl8pPr lvl="7">
              <a:spcBef>
                <a:spcPts val="0"/>
              </a:spcBef>
              <a:spcAft>
                <a:spcPts val="0"/>
              </a:spcAft>
              <a:buSzPts val="1100"/>
              <a:buFont typeface="Poppins"/>
              <a:buNone/>
              <a:defRPr b="1" sz="1100">
                <a:latin typeface="Poppins"/>
                <a:ea typeface="Poppins"/>
                <a:cs typeface="Poppins"/>
                <a:sym typeface="Poppins"/>
              </a:defRPr>
            </a:lvl8pPr>
            <a:lvl9pPr lvl="8">
              <a:spcBef>
                <a:spcPts val="0"/>
              </a:spcBef>
              <a:spcAft>
                <a:spcPts val="0"/>
              </a:spcAft>
              <a:buSzPts val="1100"/>
              <a:buFont typeface="Poppins"/>
              <a:buNone/>
              <a:defRPr b="1" sz="1100">
                <a:latin typeface="Poppins"/>
                <a:ea typeface="Poppins"/>
                <a:cs typeface="Poppins"/>
                <a:sym typeface="Poppins"/>
              </a:defRPr>
            </a:lvl9pPr>
          </a:lstStyle>
          <a:p/>
        </p:txBody>
      </p:sp>
      <p:sp>
        <p:nvSpPr>
          <p:cNvPr id="914" name="Google Shape;914;p53"/>
          <p:cNvSpPr txBox="1"/>
          <p:nvPr>
            <p:ph idx="4" type="subTitle"/>
          </p:nvPr>
        </p:nvSpPr>
        <p:spPr>
          <a:xfrm>
            <a:off x="2709924" y="3432410"/>
            <a:ext cx="1970400" cy="1219800"/>
          </a:xfrm>
          <a:prstGeom prst="rect">
            <a:avLst/>
          </a:prstGeom>
        </p:spPr>
        <p:txBody>
          <a:bodyPr anchorCtr="0" anchor="t" bIns="91425" lIns="0" spcFirstLastPara="1" rIns="91425" wrap="square" tIns="91425">
            <a:sp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p:txBody>
      </p:sp>
      <p:sp>
        <p:nvSpPr>
          <p:cNvPr id="915" name="Google Shape;915;p53"/>
          <p:cNvSpPr txBox="1"/>
          <p:nvPr>
            <p:ph idx="5" type="subTitle"/>
          </p:nvPr>
        </p:nvSpPr>
        <p:spPr>
          <a:xfrm>
            <a:off x="5135149" y="3016803"/>
            <a:ext cx="1970400" cy="466800"/>
          </a:xfrm>
          <a:prstGeom prst="rect">
            <a:avLst/>
          </a:prstGeom>
        </p:spPr>
        <p:txBody>
          <a:bodyPr anchorCtr="0" anchor="b" bIns="91425" lIns="0" spcFirstLastPara="1" rIns="91425" wrap="square" tIns="91425">
            <a:noAutofit/>
          </a:bodyPr>
          <a:lstStyle>
            <a:lvl1pPr lvl="0">
              <a:spcBef>
                <a:spcPts val="0"/>
              </a:spcBef>
              <a:spcAft>
                <a:spcPts val="0"/>
              </a:spcAft>
              <a:buSzPts val="1100"/>
              <a:buFont typeface="Poppins"/>
              <a:buNone/>
              <a:defRPr b="1" sz="1100">
                <a:latin typeface="Poppins"/>
                <a:ea typeface="Poppins"/>
                <a:cs typeface="Poppins"/>
                <a:sym typeface="Poppins"/>
              </a:defRPr>
            </a:lvl1pPr>
            <a:lvl2pPr lvl="1">
              <a:spcBef>
                <a:spcPts val="0"/>
              </a:spcBef>
              <a:spcAft>
                <a:spcPts val="0"/>
              </a:spcAft>
              <a:buSzPts val="1100"/>
              <a:buFont typeface="Poppins"/>
              <a:buNone/>
              <a:defRPr b="1" sz="1100">
                <a:latin typeface="Poppins"/>
                <a:ea typeface="Poppins"/>
                <a:cs typeface="Poppins"/>
                <a:sym typeface="Poppins"/>
              </a:defRPr>
            </a:lvl2pPr>
            <a:lvl3pPr lvl="2">
              <a:spcBef>
                <a:spcPts val="0"/>
              </a:spcBef>
              <a:spcAft>
                <a:spcPts val="0"/>
              </a:spcAft>
              <a:buSzPts val="1100"/>
              <a:buFont typeface="Poppins"/>
              <a:buNone/>
              <a:defRPr b="1" sz="1100">
                <a:latin typeface="Poppins"/>
                <a:ea typeface="Poppins"/>
                <a:cs typeface="Poppins"/>
                <a:sym typeface="Poppins"/>
              </a:defRPr>
            </a:lvl3pPr>
            <a:lvl4pPr lvl="3">
              <a:spcBef>
                <a:spcPts val="0"/>
              </a:spcBef>
              <a:spcAft>
                <a:spcPts val="0"/>
              </a:spcAft>
              <a:buSzPts val="1100"/>
              <a:buFont typeface="Poppins"/>
              <a:buNone/>
              <a:defRPr b="1" sz="1100">
                <a:latin typeface="Poppins"/>
                <a:ea typeface="Poppins"/>
                <a:cs typeface="Poppins"/>
                <a:sym typeface="Poppins"/>
              </a:defRPr>
            </a:lvl4pPr>
            <a:lvl5pPr lvl="4">
              <a:spcBef>
                <a:spcPts val="0"/>
              </a:spcBef>
              <a:spcAft>
                <a:spcPts val="0"/>
              </a:spcAft>
              <a:buSzPts val="1100"/>
              <a:buFont typeface="Poppins"/>
              <a:buNone/>
              <a:defRPr b="1" sz="1100">
                <a:latin typeface="Poppins"/>
                <a:ea typeface="Poppins"/>
                <a:cs typeface="Poppins"/>
                <a:sym typeface="Poppins"/>
              </a:defRPr>
            </a:lvl5pPr>
            <a:lvl6pPr lvl="5">
              <a:spcBef>
                <a:spcPts val="0"/>
              </a:spcBef>
              <a:spcAft>
                <a:spcPts val="0"/>
              </a:spcAft>
              <a:buSzPts val="1100"/>
              <a:buFont typeface="Poppins"/>
              <a:buNone/>
              <a:defRPr b="1" sz="1100">
                <a:latin typeface="Poppins"/>
                <a:ea typeface="Poppins"/>
                <a:cs typeface="Poppins"/>
                <a:sym typeface="Poppins"/>
              </a:defRPr>
            </a:lvl6pPr>
            <a:lvl7pPr lvl="6">
              <a:spcBef>
                <a:spcPts val="0"/>
              </a:spcBef>
              <a:spcAft>
                <a:spcPts val="0"/>
              </a:spcAft>
              <a:buSzPts val="1100"/>
              <a:buFont typeface="Poppins"/>
              <a:buNone/>
              <a:defRPr b="1" sz="1100">
                <a:latin typeface="Poppins"/>
                <a:ea typeface="Poppins"/>
                <a:cs typeface="Poppins"/>
                <a:sym typeface="Poppins"/>
              </a:defRPr>
            </a:lvl7pPr>
            <a:lvl8pPr lvl="7">
              <a:spcBef>
                <a:spcPts val="0"/>
              </a:spcBef>
              <a:spcAft>
                <a:spcPts val="0"/>
              </a:spcAft>
              <a:buSzPts val="1100"/>
              <a:buFont typeface="Poppins"/>
              <a:buNone/>
              <a:defRPr b="1" sz="1100">
                <a:latin typeface="Poppins"/>
                <a:ea typeface="Poppins"/>
                <a:cs typeface="Poppins"/>
                <a:sym typeface="Poppins"/>
              </a:defRPr>
            </a:lvl8pPr>
            <a:lvl9pPr lvl="8">
              <a:spcBef>
                <a:spcPts val="0"/>
              </a:spcBef>
              <a:spcAft>
                <a:spcPts val="0"/>
              </a:spcAft>
              <a:buSzPts val="1100"/>
              <a:buFont typeface="Poppins"/>
              <a:buNone/>
              <a:defRPr b="1" sz="1100">
                <a:latin typeface="Poppins"/>
                <a:ea typeface="Poppins"/>
                <a:cs typeface="Poppins"/>
                <a:sym typeface="Poppins"/>
              </a:defRPr>
            </a:lvl9pPr>
          </a:lstStyle>
          <a:p/>
        </p:txBody>
      </p:sp>
      <p:sp>
        <p:nvSpPr>
          <p:cNvPr id="916" name="Google Shape;916;p53"/>
          <p:cNvSpPr txBox="1"/>
          <p:nvPr>
            <p:ph idx="6" type="subTitle"/>
          </p:nvPr>
        </p:nvSpPr>
        <p:spPr>
          <a:xfrm>
            <a:off x="5135149" y="3432410"/>
            <a:ext cx="1970400" cy="1219800"/>
          </a:xfrm>
          <a:prstGeom prst="rect">
            <a:avLst/>
          </a:prstGeom>
        </p:spPr>
        <p:txBody>
          <a:bodyPr anchorCtr="0" anchor="t" bIns="91425" lIns="0" spcFirstLastPara="1" rIns="91425" wrap="square" tIns="91425">
            <a:spAutoFit/>
          </a:bodyPr>
          <a:lstStyle>
            <a:lvl1pPr lvl="0">
              <a:spcBef>
                <a:spcPts val="0"/>
              </a:spcBef>
              <a:spcAft>
                <a:spcPts val="0"/>
              </a:spcAft>
              <a:buSzPts val="1000"/>
              <a:buFont typeface="Urbanist"/>
              <a:buNone/>
              <a:defRPr sz="1000"/>
            </a:lvl1pPr>
            <a:lvl2pPr lvl="1">
              <a:spcBef>
                <a:spcPts val="0"/>
              </a:spcBef>
              <a:spcAft>
                <a:spcPts val="0"/>
              </a:spcAft>
              <a:buSzPts val="1000"/>
              <a:buFont typeface="Urbanist Medium"/>
              <a:buNone/>
              <a:defRPr sz="1000">
                <a:latin typeface="Urbanist Medium"/>
                <a:ea typeface="Urbanist Medium"/>
                <a:cs typeface="Urbanist Medium"/>
                <a:sym typeface="Urbanist Medium"/>
              </a:defRPr>
            </a:lvl2pPr>
            <a:lvl3pPr lvl="2">
              <a:spcBef>
                <a:spcPts val="0"/>
              </a:spcBef>
              <a:spcAft>
                <a:spcPts val="0"/>
              </a:spcAft>
              <a:buSzPts val="1000"/>
              <a:buFont typeface="Urbanist Medium"/>
              <a:buNone/>
              <a:defRPr sz="1000">
                <a:latin typeface="Urbanist Medium"/>
                <a:ea typeface="Urbanist Medium"/>
                <a:cs typeface="Urbanist Medium"/>
                <a:sym typeface="Urbanist Medium"/>
              </a:defRPr>
            </a:lvl3pPr>
            <a:lvl4pPr lvl="3">
              <a:spcBef>
                <a:spcPts val="0"/>
              </a:spcBef>
              <a:spcAft>
                <a:spcPts val="0"/>
              </a:spcAft>
              <a:buSzPts val="1000"/>
              <a:buFont typeface="Urbanist Medium"/>
              <a:buNone/>
              <a:defRPr sz="1000">
                <a:latin typeface="Urbanist Medium"/>
                <a:ea typeface="Urbanist Medium"/>
                <a:cs typeface="Urbanist Medium"/>
                <a:sym typeface="Urbanist Medium"/>
              </a:defRPr>
            </a:lvl4pPr>
            <a:lvl5pPr lvl="4">
              <a:spcBef>
                <a:spcPts val="0"/>
              </a:spcBef>
              <a:spcAft>
                <a:spcPts val="0"/>
              </a:spcAft>
              <a:buSzPts val="1000"/>
              <a:buFont typeface="Urbanist Medium"/>
              <a:buNone/>
              <a:defRPr sz="1000">
                <a:latin typeface="Urbanist Medium"/>
                <a:ea typeface="Urbanist Medium"/>
                <a:cs typeface="Urbanist Medium"/>
                <a:sym typeface="Urbanist Medium"/>
              </a:defRPr>
            </a:lvl5pPr>
            <a:lvl6pPr lvl="5">
              <a:spcBef>
                <a:spcPts val="0"/>
              </a:spcBef>
              <a:spcAft>
                <a:spcPts val="0"/>
              </a:spcAft>
              <a:buSzPts val="1000"/>
              <a:buFont typeface="Urbanist Medium"/>
              <a:buNone/>
              <a:defRPr sz="1000">
                <a:latin typeface="Urbanist Medium"/>
                <a:ea typeface="Urbanist Medium"/>
                <a:cs typeface="Urbanist Medium"/>
                <a:sym typeface="Urbanist Medium"/>
              </a:defRPr>
            </a:lvl6pPr>
            <a:lvl7pPr lvl="6">
              <a:spcBef>
                <a:spcPts val="0"/>
              </a:spcBef>
              <a:spcAft>
                <a:spcPts val="0"/>
              </a:spcAft>
              <a:buSzPts val="1000"/>
              <a:buFont typeface="Urbanist Medium"/>
              <a:buNone/>
              <a:defRPr sz="1000">
                <a:latin typeface="Urbanist Medium"/>
                <a:ea typeface="Urbanist Medium"/>
                <a:cs typeface="Urbanist Medium"/>
                <a:sym typeface="Urbanist Medium"/>
              </a:defRPr>
            </a:lvl7pPr>
            <a:lvl8pPr lvl="7">
              <a:spcBef>
                <a:spcPts val="0"/>
              </a:spcBef>
              <a:spcAft>
                <a:spcPts val="0"/>
              </a:spcAft>
              <a:buSzPts val="1000"/>
              <a:buFont typeface="Urbanist Medium"/>
              <a:buNone/>
              <a:defRPr sz="1000">
                <a:latin typeface="Urbanist Medium"/>
                <a:ea typeface="Urbanist Medium"/>
                <a:cs typeface="Urbanist Medium"/>
                <a:sym typeface="Urbanist Medium"/>
              </a:defRPr>
            </a:lvl8pPr>
            <a:lvl9pPr lvl="8">
              <a:spcBef>
                <a:spcPts val="0"/>
              </a:spcBef>
              <a:spcAft>
                <a:spcPts val="0"/>
              </a:spcAft>
              <a:buSzPts val="1000"/>
              <a:buFont typeface="Urbanist Medium"/>
              <a:buNone/>
              <a:defRPr sz="1000">
                <a:latin typeface="Urbanist Medium"/>
                <a:ea typeface="Urbanist Medium"/>
                <a:cs typeface="Urbanist Medium"/>
                <a:sym typeface="Urbanist Medium"/>
              </a:defRPr>
            </a:lvl9pPr>
          </a:lstStyle>
          <a:p/>
        </p:txBody>
      </p:sp>
      <p:sp>
        <p:nvSpPr>
          <p:cNvPr id="917" name="Google Shape;917;p53"/>
          <p:cNvSpPr txBox="1"/>
          <p:nvPr>
            <p:ph type="title"/>
          </p:nvPr>
        </p:nvSpPr>
        <p:spPr>
          <a:xfrm>
            <a:off x="283475" y="433737"/>
            <a:ext cx="4382400" cy="4338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918" name="Google Shape;918;p53"/>
          <p:cNvSpPr txBox="1"/>
          <p:nvPr>
            <p:ph idx="7" type="subTitle"/>
          </p:nvPr>
        </p:nvSpPr>
        <p:spPr>
          <a:xfrm>
            <a:off x="289900" y="162300"/>
            <a:ext cx="2114700" cy="218400"/>
          </a:xfrm>
          <a:prstGeom prst="rect">
            <a:avLst/>
          </a:prstGeom>
        </p:spPr>
        <p:txBody>
          <a:bodyPr anchorCtr="0" anchor="t" bIns="0" lIns="0" spcFirstLastPara="1" rIns="0" wrap="square" tIns="0">
            <a:no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919" name="Google Shape;919;p53"/>
          <p:cNvSpPr txBox="1"/>
          <p:nvPr>
            <p:ph idx="8" type="subTitle"/>
          </p:nvPr>
        </p:nvSpPr>
        <p:spPr>
          <a:xfrm>
            <a:off x="4223400" y="162300"/>
            <a:ext cx="1775100" cy="218400"/>
          </a:xfrm>
          <a:prstGeom prst="rect">
            <a:avLst/>
          </a:prstGeom>
        </p:spPr>
        <p:txBody>
          <a:bodyPr anchorCtr="0" anchor="t" bIns="0" lIns="0" spcFirstLastPara="1" rIns="0" wrap="square" tIns="0">
            <a:no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920" name="Google Shape;920;p53"/>
          <p:cNvSpPr txBox="1"/>
          <p:nvPr>
            <p:ph idx="9" type="subTitle"/>
          </p:nvPr>
        </p:nvSpPr>
        <p:spPr>
          <a:xfrm>
            <a:off x="6571675" y="162300"/>
            <a:ext cx="2282400" cy="218400"/>
          </a:xfrm>
          <a:prstGeom prst="rect">
            <a:avLst/>
          </a:prstGeom>
        </p:spPr>
        <p:txBody>
          <a:bodyPr anchorCtr="0" anchor="t" bIns="0" lIns="0" spcFirstLastPara="1" rIns="0" wrap="square" tIns="0">
            <a:noAutofit/>
          </a:bodyPr>
          <a:lstStyle>
            <a:lvl1pPr lvl="0" algn="r">
              <a:spcBef>
                <a:spcPts val="0"/>
              </a:spcBef>
              <a:spcAft>
                <a:spcPts val="0"/>
              </a:spcAft>
              <a:buSzPts val="800"/>
              <a:buNone/>
              <a:defRPr sz="800"/>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921" name="Google Shape;921;p53"/>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ase description - Alt 2">
  <p:cSld name="BLANK_1_1_1_1_1_1_1_1_1_1_1_2_1">
    <p:spTree>
      <p:nvGrpSpPr>
        <p:cNvPr id="922" name="Shape 922"/>
        <p:cNvGrpSpPr/>
        <p:nvPr/>
      </p:nvGrpSpPr>
      <p:grpSpPr>
        <a:xfrm>
          <a:off x="0" y="0"/>
          <a:ext cx="0" cy="0"/>
          <a:chOff x="0" y="0"/>
          <a:chExt cx="0" cy="0"/>
        </a:xfrm>
      </p:grpSpPr>
      <p:sp>
        <p:nvSpPr>
          <p:cNvPr id="923" name="Google Shape;923;p54"/>
          <p:cNvSpPr/>
          <p:nvPr/>
        </p:nvSpPr>
        <p:spPr>
          <a:xfrm>
            <a:off x="4902225" y="2293759"/>
            <a:ext cx="2868000" cy="2857500"/>
          </a:xfrm>
          <a:prstGeom prst="pie">
            <a:avLst>
              <a:gd fmla="val 0" name="adj1"/>
              <a:gd fmla="val 5408708"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924" name="Google Shape;924;p54"/>
          <p:cNvSpPr/>
          <p:nvPr/>
        </p:nvSpPr>
        <p:spPr>
          <a:xfrm rot="5400000">
            <a:off x="7720466" y="2360662"/>
            <a:ext cx="2851800" cy="2718000"/>
          </a:xfrm>
          <a:prstGeom prst="pie">
            <a:avLst>
              <a:gd fmla="val 0" name="adj1"/>
              <a:gd fmla="val 5398959" name="adj2"/>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925" name="Google Shape;925;p54"/>
          <p:cNvSpPr/>
          <p:nvPr/>
        </p:nvSpPr>
        <p:spPr>
          <a:xfrm>
            <a:off x="6345359" y="7875"/>
            <a:ext cx="2791200" cy="1233000"/>
          </a:xfrm>
          <a:prstGeom prst="rect">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926" name="Google Shape;926;p54"/>
          <p:cNvSpPr txBox="1"/>
          <p:nvPr>
            <p:ph idx="1" type="body"/>
          </p:nvPr>
        </p:nvSpPr>
        <p:spPr>
          <a:xfrm>
            <a:off x="286425" y="2475750"/>
            <a:ext cx="4290600" cy="919200"/>
          </a:xfrm>
          <a:prstGeom prst="rect">
            <a:avLst/>
          </a:prstGeom>
        </p:spPr>
        <p:txBody>
          <a:bodyPr anchorCtr="0" anchor="t" bIns="91425" lIns="0" spcFirstLastPara="1" rIns="91425" wrap="square" tIns="91425">
            <a:noAutofit/>
          </a:bodyPr>
          <a:lstStyle>
            <a:lvl1pPr indent="-304800" lvl="0" marL="457200">
              <a:lnSpc>
                <a:spcPct val="100000"/>
              </a:lnSpc>
              <a:spcBef>
                <a:spcPts val="0"/>
              </a:spcBef>
              <a:spcAft>
                <a:spcPts val="0"/>
              </a:spcAft>
              <a:buSzPts val="1200"/>
              <a:buChar char="●"/>
              <a:defRPr/>
            </a:lvl1pPr>
            <a:lvl2pPr indent="-304800" lvl="1" marL="914400">
              <a:lnSpc>
                <a:spcPct val="100000"/>
              </a:lnSpc>
              <a:spcBef>
                <a:spcPts val="0"/>
              </a:spcBef>
              <a:spcAft>
                <a:spcPts val="0"/>
              </a:spcAft>
              <a:buSzPts val="1200"/>
              <a:buChar char="○"/>
              <a:defRPr/>
            </a:lvl2pPr>
            <a:lvl3pPr indent="-304800" lvl="2" marL="1371600">
              <a:lnSpc>
                <a:spcPct val="100000"/>
              </a:lnSpc>
              <a:spcBef>
                <a:spcPts val="0"/>
              </a:spcBef>
              <a:spcAft>
                <a:spcPts val="0"/>
              </a:spcAft>
              <a:buSzPts val="1200"/>
              <a:buChar char="■"/>
              <a:defRPr/>
            </a:lvl3pPr>
            <a:lvl4pPr indent="-304800" lvl="3" marL="1828800">
              <a:lnSpc>
                <a:spcPct val="100000"/>
              </a:lnSpc>
              <a:spcBef>
                <a:spcPts val="0"/>
              </a:spcBef>
              <a:spcAft>
                <a:spcPts val="0"/>
              </a:spcAft>
              <a:buSzPts val="1200"/>
              <a:buChar char="●"/>
              <a:defRPr/>
            </a:lvl4pPr>
            <a:lvl5pPr indent="-304800" lvl="4" marL="2286000">
              <a:lnSpc>
                <a:spcPct val="100000"/>
              </a:lnSpc>
              <a:spcBef>
                <a:spcPts val="0"/>
              </a:spcBef>
              <a:spcAft>
                <a:spcPts val="0"/>
              </a:spcAft>
              <a:buSzPts val="1200"/>
              <a:buChar char="○"/>
              <a:defRPr/>
            </a:lvl5pPr>
            <a:lvl6pPr indent="-304800" lvl="5" marL="2743200">
              <a:lnSpc>
                <a:spcPct val="100000"/>
              </a:lnSpc>
              <a:spcBef>
                <a:spcPts val="0"/>
              </a:spcBef>
              <a:spcAft>
                <a:spcPts val="0"/>
              </a:spcAft>
              <a:buSzPts val="1200"/>
              <a:buChar char="■"/>
              <a:defRPr/>
            </a:lvl6pPr>
            <a:lvl7pPr indent="-304800" lvl="6" marL="3200400">
              <a:lnSpc>
                <a:spcPct val="100000"/>
              </a:lnSpc>
              <a:spcBef>
                <a:spcPts val="0"/>
              </a:spcBef>
              <a:spcAft>
                <a:spcPts val="0"/>
              </a:spcAft>
              <a:buSzPts val="1200"/>
              <a:buChar char="●"/>
              <a:defRPr/>
            </a:lvl7pPr>
            <a:lvl8pPr indent="-304800" lvl="7" marL="3657600">
              <a:lnSpc>
                <a:spcPct val="100000"/>
              </a:lnSpc>
              <a:spcBef>
                <a:spcPts val="0"/>
              </a:spcBef>
              <a:spcAft>
                <a:spcPts val="0"/>
              </a:spcAft>
              <a:buSzPts val="1200"/>
              <a:buChar char="○"/>
              <a:defRPr/>
            </a:lvl8pPr>
            <a:lvl9pPr indent="-304800" lvl="8" marL="4114800">
              <a:lnSpc>
                <a:spcPct val="100000"/>
              </a:lnSpc>
              <a:spcBef>
                <a:spcPts val="0"/>
              </a:spcBef>
              <a:spcAft>
                <a:spcPts val="0"/>
              </a:spcAft>
              <a:buSzPts val="1200"/>
              <a:buChar char="■"/>
              <a:defRPr/>
            </a:lvl9pPr>
          </a:lstStyle>
          <a:p/>
        </p:txBody>
      </p:sp>
      <p:sp>
        <p:nvSpPr>
          <p:cNvPr id="927" name="Google Shape;927;p54"/>
          <p:cNvSpPr/>
          <p:nvPr>
            <p:ph idx="2" type="pic"/>
          </p:nvPr>
        </p:nvSpPr>
        <p:spPr>
          <a:xfrm>
            <a:off x="6335600" y="1231675"/>
            <a:ext cx="2808600" cy="2498700"/>
          </a:xfrm>
          <a:prstGeom prst="round1Rect">
            <a:avLst>
              <a:gd fmla="val 50000" name="adj"/>
            </a:avLst>
          </a:prstGeom>
          <a:noFill/>
          <a:ln>
            <a:noFill/>
          </a:ln>
        </p:spPr>
      </p:sp>
      <p:sp>
        <p:nvSpPr>
          <p:cNvPr id="928" name="Google Shape;928;p54"/>
          <p:cNvSpPr txBox="1"/>
          <p:nvPr>
            <p:ph type="title"/>
          </p:nvPr>
        </p:nvSpPr>
        <p:spPr>
          <a:xfrm>
            <a:off x="284700" y="919249"/>
            <a:ext cx="5622600" cy="8139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3000">
                <a:solidFill>
                  <a:schemeClr val="accent3"/>
                </a:solidFill>
              </a:defRPr>
            </a:lvl1pPr>
            <a:lvl2pPr lvl="1">
              <a:lnSpc>
                <a:spcPct val="115000"/>
              </a:lnSpc>
              <a:spcBef>
                <a:spcPts val="0"/>
              </a:spcBef>
              <a:spcAft>
                <a:spcPts val="0"/>
              </a:spcAft>
              <a:buNone/>
              <a:defRPr sz="3000">
                <a:solidFill>
                  <a:schemeClr val="accent3"/>
                </a:solidFill>
              </a:defRPr>
            </a:lvl2pPr>
            <a:lvl3pPr lvl="2">
              <a:lnSpc>
                <a:spcPct val="115000"/>
              </a:lnSpc>
              <a:spcBef>
                <a:spcPts val="0"/>
              </a:spcBef>
              <a:spcAft>
                <a:spcPts val="0"/>
              </a:spcAft>
              <a:buNone/>
              <a:defRPr sz="3000">
                <a:solidFill>
                  <a:schemeClr val="accent3"/>
                </a:solidFill>
              </a:defRPr>
            </a:lvl3pPr>
            <a:lvl4pPr lvl="3">
              <a:lnSpc>
                <a:spcPct val="115000"/>
              </a:lnSpc>
              <a:spcBef>
                <a:spcPts val="0"/>
              </a:spcBef>
              <a:spcAft>
                <a:spcPts val="0"/>
              </a:spcAft>
              <a:buNone/>
              <a:defRPr sz="3000">
                <a:solidFill>
                  <a:schemeClr val="accent3"/>
                </a:solidFill>
              </a:defRPr>
            </a:lvl4pPr>
            <a:lvl5pPr lvl="4">
              <a:lnSpc>
                <a:spcPct val="115000"/>
              </a:lnSpc>
              <a:spcBef>
                <a:spcPts val="0"/>
              </a:spcBef>
              <a:spcAft>
                <a:spcPts val="0"/>
              </a:spcAft>
              <a:buNone/>
              <a:defRPr sz="3000">
                <a:solidFill>
                  <a:schemeClr val="accent3"/>
                </a:solidFill>
              </a:defRPr>
            </a:lvl5pPr>
            <a:lvl6pPr lvl="5">
              <a:lnSpc>
                <a:spcPct val="115000"/>
              </a:lnSpc>
              <a:spcBef>
                <a:spcPts val="0"/>
              </a:spcBef>
              <a:spcAft>
                <a:spcPts val="0"/>
              </a:spcAft>
              <a:buNone/>
              <a:defRPr sz="3000">
                <a:solidFill>
                  <a:schemeClr val="accent3"/>
                </a:solidFill>
              </a:defRPr>
            </a:lvl6pPr>
            <a:lvl7pPr lvl="6">
              <a:lnSpc>
                <a:spcPct val="115000"/>
              </a:lnSpc>
              <a:spcBef>
                <a:spcPts val="0"/>
              </a:spcBef>
              <a:spcAft>
                <a:spcPts val="0"/>
              </a:spcAft>
              <a:buNone/>
              <a:defRPr sz="3000">
                <a:solidFill>
                  <a:schemeClr val="accent3"/>
                </a:solidFill>
              </a:defRPr>
            </a:lvl7pPr>
            <a:lvl8pPr lvl="7">
              <a:lnSpc>
                <a:spcPct val="115000"/>
              </a:lnSpc>
              <a:spcBef>
                <a:spcPts val="0"/>
              </a:spcBef>
              <a:spcAft>
                <a:spcPts val="0"/>
              </a:spcAft>
              <a:buNone/>
              <a:defRPr sz="3000">
                <a:solidFill>
                  <a:schemeClr val="accent3"/>
                </a:solidFill>
              </a:defRPr>
            </a:lvl8pPr>
            <a:lvl9pPr lvl="8">
              <a:lnSpc>
                <a:spcPct val="115000"/>
              </a:lnSpc>
              <a:spcBef>
                <a:spcPts val="0"/>
              </a:spcBef>
              <a:spcAft>
                <a:spcPts val="0"/>
              </a:spcAft>
              <a:buNone/>
              <a:defRPr sz="3000">
                <a:solidFill>
                  <a:schemeClr val="accent3"/>
                </a:solidFill>
              </a:defRPr>
            </a:lvl9pPr>
          </a:lstStyle>
          <a:p/>
        </p:txBody>
      </p:sp>
      <p:sp>
        <p:nvSpPr>
          <p:cNvPr id="929" name="Google Shape;929;p54"/>
          <p:cNvSpPr txBox="1"/>
          <p:nvPr>
            <p:ph idx="3" type="title"/>
          </p:nvPr>
        </p:nvSpPr>
        <p:spPr>
          <a:xfrm>
            <a:off x="284700" y="1692899"/>
            <a:ext cx="5622600" cy="813900"/>
          </a:xfrm>
          <a:prstGeom prst="rect">
            <a:avLst/>
          </a:prstGeom>
        </p:spPr>
        <p:txBody>
          <a:bodyPr anchorCtr="0" anchor="t" bIns="0" lIns="0" spcFirstLastPara="1" rIns="91425" wrap="square" tIns="91425">
            <a:noAutofit/>
          </a:bodyPr>
          <a:lstStyle>
            <a:lvl1pPr lvl="0">
              <a:lnSpc>
                <a:spcPct val="90000"/>
              </a:lnSpc>
              <a:spcBef>
                <a:spcPts val="0"/>
              </a:spcBef>
              <a:spcAft>
                <a:spcPts val="0"/>
              </a:spcAft>
              <a:buNone/>
              <a:defRPr sz="3000">
                <a:latin typeface="Poppins"/>
                <a:ea typeface="Poppins"/>
                <a:cs typeface="Poppins"/>
                <a:sym typeface="Poppins"/>
              </a:defRPr>
            </a:lvl1pPr>
            <a:lvl2pPr lvl="1">
              <a:lnSpc>
                <a:spcPct val="115000"/>
              </a:lnSpc>
              <a:spcBef>
                <a:spcPts val="0"/>
              </a:spcBef>
              <a:spcAft>
                <a:spcPts val="0"/>
              </a:spcAft>
              <a:buNone/>
              <a:defRPr sz="3000">
                <a:latin typeface="Poppins"/>
                <a:ea typeface="Poppins"/>
                <a:cs typeface="Poppins"/>
                <a:sym typeface="Poppins"/>
              </a:defRPr>
            </a:lvl2pPr>
            <a:lvl3pPr lvl="2">
              <a:lnSpc>
                <a:spcPct val="115000"/>
              </a:lnSpc>
              <a:spcBef>
                <a:spcPts val="0"/>
              </a:spcBef>
              <a:spcAft>
                <a:spcPts val="0"/>
              </a:spcAft>
              <a:buNone/>
              <a:defRPr sz="3000">
                <a:latin typeface="Poppins"/>
                <a:ea typeface="Poppins"/>
                <a:cs typeface="Poppins"/>
                <a:sym typeface="Poppins"/>
              </a:defRPr>
            </a:lvl3pPr>
            <a:lvl4pPr lvl="3">
              <a:lnSpc>
                <a:spcPct val="115000"/>
              </a:lnSpc>
              <a:spcBef>
                <a:spcPts val="0"/>
              </a:spcBef>
              <a:spcAft>
                <a:spcPts val="0"/>
              </a:spcAft>
              <a:buNone/>
              <a:defRPr sz="3000">
                <a:latin typeface="Poppins"/>
                <a:ea typeface="Poppins"/>
                <a:cs typeface="Poppins"/>
                <a:sym typeface="Poppins"/>
              </a:defRPr>
            </a:lvl4pPr>
            <a:lvl5pPr lvl="4">
              <a:lnSpc>
                <a:spcPct val="115000"/>
              </a:lnSpc>
              <a:spcBef>
                <a:spcPts val="0"/>
              </a:spcBef>
              <a:spcAft>
                <a:spcPts val="0"/>
              </a:spcAft>
              <a:buNone/>
              <a:defRPr sz="3000">
                <a:latin typeface="Poppins"/>
                <a:ea typeface="Poppins"/>
                <a:cs typeface="Poppins"/>
                <a:sym typeface="Poppins"/>
              </a:defRPr>
            </a:lvl5pPr>
            <a:lvl6pPr lvl="5">
              <a:lnSpc>
                <a:spcPct val="115000"/>
              </a:lnSpc>
              <a:spcBef>
                <a:spcPts val="0"/>
              </a:spcBef>
              <a:spcAft>
                <a:spcPts val="0"/>
              </a:spcAft>
              <a:buNone/>
              <a:defRPr sz="3000">
                <a:latin typeface="Poppins"/>
                <a:ea typeface="Poppins"/>
                <a:cs typeface="Poppins"/>
                <a:sym typeface="Poppins"/>
              </a:defRPr>
            </a:lvl6pPr>
            <a:lvl7pPr lvl="6">
              <a:lnSpc>
                <a:spcPct val="115000"/>
              </a:lnSpc>
              <a:spcBef>
                <a:spcPts val="0"/>
              </a:spcBef>
              <a:spcAft>
                <a:spcPts val="0"/>
              </a:spcAft>
              <a:buNone/>
              <a:defRPr sz="3000">
                <a:latin typeface="Poppins"/>
                <a:ea typeface="Poppins"/>
                <a:cs typeface="Poppins"/>
                <a:sym typeface="Poppins"/>
              </a:defRPr>
            </a:lvl7pPr>
            <a:lvl8pPr lvl="7">
              <a:lnSpc>
                <a:spcPct val="115000"/>
              </a:lnSpc>
              <a:spcBef>
                <a:spcPts val="0"/>
              </a:spcBef>
              <a:spcAft>
                <a:spcPts val="0"/>
              </a:spcAft>
              <a:buNone/>
              <a:defRPr sz="3000">
                <a:latin typeface="Poppins"/>
                <a:ea typeface="Poppins"/>
                <a:cs typeface="Poppins"/>
                <a:sym typeface="Poppins"/>
              </a:defRPr>
            </a:lvl8pPr>
            <a:lvl9pPr lvl="8">
              <a:lnSpc>
                <a:spcPct val="115000"/>
              </a:lnSpc>
              <a:spcBef>
                <a:spcPts val="0"/>
              </a:spcBef>
              <a:spcAft>
                <a:spcPts val="0"/>
              </a:spcAft>
              <a:buNone/>
              <a:defRPr sz="3000">
                <a:latin typeface="Poppins"/>
                <a:ea typeface="Poppins"/>
                <a:cs typeface="Poppins"/>
                <a:sym typeface="Poppins"/>
              </a:defRPr>
            </a:lvl9pPr>
          </a:lstStyle>
          <a:p/>
        </p:txBody>
      </p:sp>
      <p:sp>
        <p:nvSpPr>
          <p:cNvPr id="930" name="Google Shape;930;p54"/>
          <p:cNvSpPr txBox="1"/>
          <p:nvPr>
            <p:ph idx="4" type="subTitle"/>
          </p:nvPr>
        </p:nvSpPr>
        <p:spPr>
          <a:xfrm>
            <a:off x="289900" y="162300"/>
            <a:ext cx="2114700" cy="218400"/>
          </a:xfrm>
          <a:prstGeom prst="rect">
            <a:avLst/>
          </a:prstGeom>
        </p:spPr>
        <p:txBody>
          <a:bodyPr anchorCtr="0" anchor="t" bIns="0" lIns="0" spcFirstLastPara="1" rIns="0" wrap="square" tIns="0">
            <a:no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931" name="Google Shape;931;p54"/>
          <p:cNvSpPr txBox="1"/>
          <p:nvPr>
            <p:ph idx="5" type="subTitle"/>
          </p:nvPr>
        </p:nvSpPr>
        <p:spPr>
          <a:xfrm>
            <a:off x="4223400" y="162300"/>
            <a:ext cx="1775100" cy="218400"/>
          </a:xfrm>
          <a:prstGeom prst="rect">
            <a:avLst/>
          </a:prstGeom>
        </p:spPr>
        <p:txBody>
          <a:bodyPr anchorCtr="0" anchor="t" bIns="0" lIns="0" spcFirstLastPara="1" rIns="0" wrap="square" tIns="0">
            <a:no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932" name="Google Shape;932;p54"/>
          <p:cNvSpPr txBox="1"/>
          <p:nvPr>
            <p:ph idx="6" type="subTitle"/>
          </p:nvPr>
        </p:nvSpPr>
        <p:spPr>
          <a:xfrm>
            <a:off x="6571675" y="162300"/>
            <a:ext cx="2282400" cy="218400"/>
          </a:xfrm>
          <a:prstGeom prst="rect">
            <a:avLst/>
          </a:prstGeom>
        </p:spPr>
        <p:txBody>
          <a:bodyPr anchorCtr="0" anchor="t" bIns="0" lIns="0" spcFirstLastPara="1" rIns="0" wrap="square" tIns="0">
            <a:noAutofit/>
          </a:bodyPr>
          <a:lstStyle>
            <a:lvl1pPr lvl="0" algn="r">
              <a:spcBef>
                <a:spcPts val="0"/>
              </a:spcBef>
              <a:spcAft>
                <a:spcPts val="0"/>
              </a:spcAft>
              <a:buSzPts val="800"/>
              <a:buNone/>
              <a:defRPr sz="800"/>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933" name="Google Shape;933;p54"/>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only">
  <p:cSld name="BLANK_1_1_1_1_1">
    <p:spTree>
      <p:nvGrpSpPr>
        <p:cNvPr id="934" name="Shape 934"/>
        <p:cNvGrpSpPr/>
        <p:nvPr/>
      </p:nvGrpSpPr>
      <p:grpSpPr>
        <a:xfrm>
          <a:off x="0" y="0"/>
          <a:ext cx="0" cy="0"/>
          <a:chOff x="0" y="0"/>
          <a:chExt cx="0" cy="0"/>
        </a:xfrm>
      </p:grpSpPr>
      <p:sp>
        <p:nvSpPr>
          <p:cNvPr id="935" name="Google Shape;935;p55"/>
          <p:cNvSpPr txBox="1"/>
          <p:nvPr>
            <p:ph type="title"/>
          </p:nvPr>
        </p:nvSpPr>
        <p:spPr>
          <a:xfrm>
            <a:off x="283475" y="433737"/>
            <a:ext cx="4382400" cy="4338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2400"/>
              <a:buNone/>
              <a:defRPr sz="2400"/>
            </a:lvl1pPr>
            <a:lvl2pPr lvl="1">
              <a:lnSpc>
                <a:spcPct val="90000"/>
              </a:lnSpc>
              <a:spcBef>
                <a:spcPts val="0"/>
              </a:spcBef>
              <a:spcAft>
                <a:spcPts val="0"/>
              </a:spcAft>
              <a:buSzPts val="2400"/>
              <a:buNone/>
              <a:defRPr sz="2400"/>
            </a:lvl2pPr>
            <a:lvl3pPr lvl="2">
              <a:lnSpc>
                <a:spcPct val="90000"/>
              </a:lnSpc>
              <a:spcBef>
                <a:spcPts val="0"/>
              </a:spcBef>
              <a:spcAft>
                <a:spcPts val="0"/>
              </a:spcAft>
              <a:buSzPts val="2400"/>
              <a:buNone/>
              <a:defRPr sz="2400"/>
            </a:lvl3pPr>
            <a:lvl4pPr lvl="3">
              <a:lnSpc>
                <a:spcPct val="90000"/>
              </a:lnSpc>
              <a:spcBef>
                <a:spcPts val="0"/>
              </a:spcBef>
              <a:spcAft>
                <a:spcPts val="0"/>
              </a:spcAft>
              <a:buSzPts val="2400"/>
              <a:buNone/>
              <a:defRPr sz="2400"/>
            </a:lvl4pPr>
            <a:lvl5pPr lvl="4">
              <a:lnSpc>
                <a:spcPct val="90000"/>
              </a:lnSpc>
              <a:spcBef>
                <a:spcPts val="0"/>
              </a:spcBef>
              <a:spcAft>
                <a:spcPts val="0"/>
              </a:spcAft>
              <a:buSzPts val="2400"/>
              <a:buNone/>
              <a:defRPr sz="2400"/>
            </a:lvl5pPr>
            <a:lvl6pPr lvl="5">
              <a:lnSpc>
                <a:spcPct val="90000"/>
              </a:lnSpc>
              <a:spcBef>
                <a:spcPts val="0"/>
              </a:spcBef>
              <a:spcAft>
                <a:spcPts val="0"/>
              </a:spcAft>
              <a:buSzPts val="2400"/>
              <a:buNone/>
              <a:defRPr sz="2400"/>
            </a:lvl6pPr>
            <a:lvl7pPr lvl="6">
              <a:lnSpc>
                <a:spcPct val="90000"/>
              </a:lnSpc>
              <a:spcBef>
                <a:spcPts val="0"/>
              </a:spcBef>
              <a:spcAft>
                <a:spcPts val="0"/>
              </a:spcAft>
              <a:buSzPts val="2400"/>
              <a:buNone/>
              <a:defRPr sz="2400"/>
            </a:lvl7pPr>
            <a:lvl8pPr lvl="7">
              <a:lnSpc>
                <a:spcPct val="90000"/>
              </a:lnSpc>
              <a:spcBef>
                <a:spcPts val="0"/>
              </a:spcBef>
              <a:spcAft>
                <a:spcPts val="0"/>
              </a:spcAft>
              <a:buSzPts val="2400"/>
              <a:buNone/>
              <a:defRPr sz="2400"/>
            </a:lvl8pPr>
            <a:lvl9pPr lvl="8">
              <a:lnSpc>
                <a:spcPct val="90000"/>
              </a:lnSpc>
              <a:spcBef>
                <a:spcPts val="0"/>
              </a:spcBef>
              <a:spcAft>
                <a:spcPts val="0"/>
              </a:spcAft>
              <a:buSzPts val="2400"/>
              <a:buNone/>
              <a:defRPr sz="2400"/>
            </a:lvl9pPr>
          </a:lstStyle>
          <a:p/>
        </p:txBody>
      </p:sp>
      <p:sp>
        <p:nvSpPr>
          <p:cNvPr id="936" name="Google Shape;936;p55"/>
          <p:cNvSpPr txBox="1"/>
          <p:nvPr>
            <p:ph idx="1" type="subTitle"/>
          </p:nvPr>
        </p:nvSpPr>
        <p:spPr>
          <a:xfrm>
            <a:off x="289900" y="162300"/>
            <a:ext cx="2114700" cy="218400"/>
          </a:xfrm>
          <a:prstGeom prst="rect">
            <a:avLst/>
          </a:prstGeom>
        </p:spPr>
        <p:txBody>
          <a:bodyPr anchorCtr="0" anchor="t" bIns="0" lIns="0" spcFirstLastPara="1" rIns="0" wrap="square" tIns="0">
            <a:no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937" name="Google Shape;937;p55"/>
          <p:cNvSpPr txBox="1"/>
          <p:nvPr>
            <p:ph idx="2" type="subTitle"/>
          </p:nvPr>
        </p:nvSpPr>
        <p:spPr>
          <a:xfrm>
            <a:off x="4223400" y="162300"/>
            <a:ext cx="1775100" cy="218400"/>
          </a:xfrm>
          <a:prstGeom prst="rect">
            <a:avLst/>
          </a:prstGeom>
        </p:spPr>
        <p:txBody>
          <a:bodyPr anchorCtr="0" anchor="t" bIns="0" lIns="0" spcFirstLastPara="1" rIns="0" wrap="square" tIns="0">
            <a:no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938" name="Google Shape;938;p55"/>
          <p:cNvSpPr txBox="1"/>
          <p:nvPr>
            <p:ph idx="3" type="subTitle"/>
          </p:nvPr>
        </p:nvSpPr>
        <p:spPr>
          <a:xfrm>
            <a:off x="6571675" y="162300"/>
            <a:ext cx="2282400" cy="218400"/>
          </a:xfrm>
          <a:prstGeom prst="rect">
            <a:avLst/>
          </a:prstGeom>
        </p:spPr>
        <p:txBody>
          <a:bodyPr anchorCtr="0" anchor="t" bIns="0" lIns="0" spcFirstLastPara="1" rIns="0" wrap="square" tIns="0">
            <a:noAutofit/>
          </a:bodyPr>
          <a:lstStyle>
            <a:lvl1pPr lvl="0" algn="r">
              <a:spcBef>
                <a:spcPts val="0"/>
              </a:spcBef>
              <a:spcAft>
                <a:spcPts val="0"/>
              </a:spcAft>
              <a:buSzPts val="800"/>
              <a:buNone/>
              <a:defRPr sz="800"/>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939" name="Google Shape;939;p55"/>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ll title only">
  <p:cSld name="TITLE_1_1_4_2">
    <p:spTree>
      <p:nvGrpSpPr>
        <p:cNvPr id="940" name="Shape 940"/>
        <p:cNvGrpSpPr/>
        <p:nvPr/>
      </p:nvGrpSpPr>
      <p:grpSpPr>
        <a:xfrm>
          <a:off x="0" y="0"/>
          <a:ext cx="0" cy="0"/>
          <a:chOff x="0" y="0"/>
          <a:chExt cx="0" cy="0"/>
        </a:xfrm>
      </p:grpSpPr>
      <p:sp>
        <p:nvSpPr>
          <p:cNvPr id="941" name="Google Shape;941;p56"/>
          <p:cNvSpPr txBox="1"/>
          <p:nvPr>
            <p:ph type="title"/>
          </p:nvPr>
        </p:nvSpPr>
        <p:spPr>
          <a:xfrm>
            <a:off x="283475" y="300013"/>
            <a:ext cx="4382400" cy="433800"/>
          </a:xfrm>
          <a:prstGeom prst="rect">
            <a:avLst/>
          </a:prstGeom>
        </p:spPr>
        <p:txBody>
          <a:bodyPr anchorCtr="0" anchor="b" bIns="91425" lIns="91425" spcFirstLastPara="1" rIns="91425" wrap="square" tIns="91425">
            <a:noAutofit/>
          </a:bodyPr>
          <a:lstStyle>
            <a:lvl1pPr lvl="0">
              <a:lnSpc>
                <a:spcPct val="90000"/>
              </a:lnSpc>
              <a:spcBef>
                <a:spcPts val="0"/>
              </a:spcBef>
              <a:spcAft>
                <a:spcPts val="0"/>
              </a:spcAft>
              <a:buClr>
                <a:schemeClr val="lt1"/>
              </a:buClr>
              <a:buSzPts val="1400"/>
              <a:buNone/>
              <a:defRPr sz="1400"/>
            </a:lvl1pPr>
            <a:lvl2pPr lvl="1">
              <a:spcBef>
                <a:spcPts val="0"/>
              </a:spcBef>
              <a:spcAft>
                <a:spcPts val="0"/>
              </a:spcAft>
              <a:buSzPts val="1400"/>
              <a:buNone/>
              <a:defRPr sz="1400"/>
            </a:lvl2pPr>
            <a:lvl3pPr lvl="2">
              <a:spcBef>
                <a:spcPts val="0"/>
              </a:spcBef>
              <a:spcAft>
                <a:spcPts val="0"/>
              </a:spcAft>
              <a:buSzPts val="1400"/>
              <a:buNone/>
              <a:defRPr sz="1400"/>
            </a:lvl3pPr>
            <a:lvl4pPr lvl="3">
              <a:spcBef>
                <a:spcPts val="0"/>
              </a:spcBef>
              <a:spcAft>
                <a:spcPts val="0"/>
              </a:spcAft>
              <a:buSzPts val="1400"/>
              <a:buNone/>
              <a:defRPr sz="1400"/>
            </a:lvl4pPr>
            <a:lvl5pPr lvl="4">
              <a:spcBef>
                <a:spcPts val="0"/>
              </a:spcBef>
              <a:spcAft>
                <a:spcPts val="0"/>
              </a:spcAft>
              <a:buSzPts val="1400"/>
              <a:buNone/>
              <a:defRPr sz="1400"/>
            </a:lvl5pPr>
            <a:lvl6pPr lvl="5">
              <a:spcBef>
                <a:spcPts val="0"/>
              </a:spcBef>
              <a:spcAft>
                <a:spcPts val="0"/>
              </a:spcAft>
              <a:buSzPts val="1400"/>
              <a:buNone/>
              <a:defRPr sz="1400"/>
            </a:lvl6pPr>
            <a:lvl7pPr lvl="6">
              <a:spcBef>
                <a:spcPts val="0"/>
              </a:spcBef>
              <a:spcAft>
                <a:spcPts val="0"/>
              </a:spcAft>
              <a:buSzPts val="1400"/>
              <a:buNone/>
              <a:defRPr sz="1400"/>
            </a:lvl7pPr>
            <a:lvl8pPr lvl="7">
              <a:spcBef>
                <a:spcPts val="0"/>
              </a:spcBef>
              <a:spcAft>
                <a:spcPts val="0"/>
              </a:spcAft>
              <a:buSzPts val="1400"/>
              <a:buNone/>
              <a:defRPr sz="1400"/>
            </a:lvl8pPr>
            <a:lvl9pPr lvl="8">
              <a:spcBef>
                <a:spcPts val="0"/>
              </a:spcBef>
              <a:spcAft>
                <a:spcPts val="0"/>
              </a:spcAft>
              <a:buSzPts val="1400"/>
              <a:buNone/>
              <a:defRPr sz="1400"/>
            </a:lvl9pPr>
          </a:lstStyle>
          <a:p/>
        </p:txBody>
      </p:sp>
      <p:sp>
        <p:nvSpPr>
          <p:cNvPr id="942" name="Google Shape;942;p56"/>
          <p:cNvSpPr txBox="1"/>
          <p:nvPr>
            <p:ph idx="1" type="subTitle"/>
          </p:nvPr>
        </p:nvSpPr>
        <p:spPr>
          <a:xfrm>
            <a:off x="289900" y="162300"/>
            <a:ext cx="2114700" cy="218400"/>
          </a:xfrm>
          <a:prstGeom prst="rect">
            <a:avLst/>
          </a:prstGeom>
        </p:spPr>
        <p:txBody>
          <a:bodyPr anchorCtr="0" anchor="t" bIns="0" lIns="0" spcFirstLastPara="1" rIns="0" wrap="square" tIns="0">
            <a:no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943" name="Google Shape;943;p56"/>
          <p:cNvSpPr txBox="1"/>
          <p:nvPr>
            <p:ph idx="2" type="subTitle"/>
          </p:nvPr>
        </p:nvSpPr>
        <p:spPr>
          <a:xfrm>
            <a:off x="4223400" y="162300"/>
            <a:ext cx="1775100" cy="218400"/>
          </a:xfrm>
          <a:prstGeom prst="rect">
            <a:avLst/>
          </a:prstGeom>
        </p:spPr>
        <p:txBody>
          <a:bodyPr anchorCtr="0" anchor="t" bIns="0" lIns="0" spcFirstLastPara="1" rIns="0" wrap="square" tIns="0">
            <a:no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944" name="Google Shape;944;p56"/>
          <p:cNvSpPr txBox="1"/>
          <p:nvPr>
            <p:ph idx="3" type="subTitle"/>
          </p:nvPr>
        </p:nvSpPr>
        <p:spPr>
          <a:xfrm>
            <a:off x="6571675" y="162300"/>
            <a:ext cx="2282400" cy="218400"/>
          </a:xfrm>
          <a:prstGeom prst="rect">
            <a:avLst/>
          </a:prstGeom>
        </p:spPr>
        <p:txBody>
          <a:bodyPr anchorCtr="0" anchor="t" bIns="0" lIns="0" spcFirstLastPara="1" rIns="0" wrap="square" tIns="0">
            <a:noAutofit/>
          </a:bodyPr>
          <a:lstStyle>
            <a:lvl1pPr lvl="0" algn="r">
              <a:spcBef>
                <a:spcPts val="0"/>
              </a:spcBef>
              <a:spcAft>
                <a:spcPts val="0"/>
              </a:spcAft>
              <a:buSzPts val="800"/>
              <a:buNone/>
              <a:defRPr sz="800"/>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945" name="Google Shape;945;p56"/>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CUSTOM_2_1">
    <p:spTree>
      <p:nvGrpSpPr>
        <p:cNvPr id="946" name="Shape 946"/>
        <p:cNvGrpSpPr/>
        <p:nvPr/>
      </p:nvGrpSpPr>
      <p:grpSpPr>
        <a:xfrm>
          <a:off x="0" y="0"/>
          <a:ext cx="0" cy="0"/>
          <a:chOff x="0" y="0"/>
          <a:chExt cx="0" cy="0"/>
        </a:xfrm>
      </p:grpSpPr>
      <p:sp>
        <p:nvSpPr>
          <p:cNvPr id="947" name="Google Shape;947;p57"/>
          <p:cNvSpPr txBox="1"/>
          <p:nvPr>
            <p:ph type="title"/>
          </p:nvPr>
        </p:nvSpPr>
        <p:spPr>
          <a:xfrm>
            <a:off x="4665825" y="1253625"/>
            <a:ext cx="4193400" cy="3069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Clr>
                <a:schemeClr val="lt1"/>
              </a:buClr>
              <a:buSzPts val="3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948" name="Google Shape;948;p57"/>
          <p:cNvSpPr txBox="1"/>
          <p:nvPr>
            <p:ph idx="1" type="body"/>
          </p:nvPr>
        </p:nvSpPr>
        <p:spPr>
          <a:xfrm>
            <a:off x="2534564" y="3561603"/>
            <a:ext cx="1823400" cy="502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Font typeface="Poppins"/>
              <a:buChar char="●"/>
              <a:defRPr b="1" sz="3000">
                <a:latin typeface="Poppins"/>
                <a:ea typeface="Poppins"/>
                <a:cs typeface="Poppins"/>
                <a:sym typeface="Poppins"/>
              </a:defRPr>
            </a:lvl1pPr>
            <a:lvl2pPr indent="-419100" lvl="1" marL="914400">
              <a:spcBef>
                <a:spcPts val="0"/>
              </a:spcBef>
              <a:spcAft>
                <a:spcPts val="0"/>
              </a:spcAft>
              <a:buSzPts val="3000"/>
              <a:buFont typeface="Poppins"/>
              <a:buChar char="○"/>
              <a:defRPr b="1" sz="3000">
                <a:latin typeface="Poppins"/>
                <a:ea typeface="Poppins"/>
                <a:cs typeface="Poppins"/>
                <a:sym typeface="Poppins"/>
              </a:defRPr>
            </a:lvl2pPr>
            <a:lvl3pPr indent="-419100" lvl="2" marL="1371600">
              <a:spcBef>
                <a:spcPts val="0"/>
              </a:spcBef>
              <a:spcAft>
                <a:spcPts val="0"/>
              </a:spcAft>
              <a:buSzPts val="3000"/>
              <a:buFont typeface="Poppins"/>
              <a:buChar char="■"/>
              <a:defRPr b="1" sz="3000">
                <a:latin typeface="Poppins"/>
                <a:ea typeface="Poppins"/>
                <a:cs typeface="Poppins"/>
                <a:sym typeface="Poppins"/>
              </a:defRPr>
            </a:lvl3pPr>
            <a:lvl4pPr indent="-419100" lvl="3" marL="1828800">
              <a:spcBef>
                <a:spcPts val="0"/>
              </a:spcBef>
              <a:spcAft>
                <a:spcPts val="0"/>
              </a:spcAft>
              <a:buSzPts val="3000"/>
              <a:buFont typeface="Poppins"/>
              <a:buChar char="●"/>
              <a:defRPr b="1" sz="3000">
                <a:latin typeface="Poppins"/>
                <a:ea typeface="Poppins"/>
                <a:cs typeface="Poppins"/>
                <a:sym typeface="Poppins"/>
              </a:defRPr>
            </a:lvl4pPr>
            <a:lvl5pPr indent="-419100" lvl="4" marL="2286000">
              <a:spcBef>
                <a:spcPts val="0"/>
              </a:spcBef>
              <a:spcAft>
                <a:spcPts val="0"/>
              </a:spcAft>
              <a:buSzPts val="3000"/>
              <a:buFont typeface="Poppins"/>
              <a:buChar char="○"/>
              <a:defRPr b="1" sz="3000">
                <a:latin typeface="Poppins"/>
                <a:ea typeface="Poppins"/>
                <a:cs typeface="Poppins"/>
                <a:sym typeface="Poppins"/>
              </a:defRPr>
            </a:lvl5pPr>
            <a:lvl6pPr indent="-419100" lvl="5" marL="2743200">
              <a:spcBef>
                <a:spcPts val="0"/>
              </a:spcBef>
              <a:spcAft>
                <a:spcPts val="0"/>
              </a:spcAft>
              <a:buSzPts val="3000"/>
              <a:buFont typeface="Poppins"/>
              <a:buChar char="■"/>
              <a:defRPr b="1" sz="3000">
                <a:latin typeface="Poppins"/>
                <a:ea typeface="Poppins"/>
                <a:cs typeface="Poppins"/>
                <a:sym typeface="Poppins"/>
              </a:defRPr>
            </a:lvl6pPr>
            <a:lvl7pPr indent="-419100" lvl="6" marL="3200400">
              <a:spcBef>
                <a:spcPts val="0"/>
              </a:spcBef>
              <a:spcAft>
                <a:spcPts val="0"/>
              </a:spcAft>
              <a:buSzPts val="3000"/>
              <a:buFont typeface="Poppins"/>
              <a:buChar char="●"/>
              <a:defRPr b="1" sz="3000">
                <a:latin typeface="Poppins"/>
                <a:ea typeface="Poppins"/>
                <a:cs typeface="Poppins"/>
                <a:sym typeface="Poppins"/>
              </a:defRPr>
            </a:lvl7pPr>
            <a:lvl8pPr indent="-419100" lvl="7" marL="3657600">
              <a:spcBef>
                <a:spcPts val="0"/>
              </a:spcBef>
              <a:spcAft>
                <a:spcPts val="0"/>
              </a:spcAft>
              <a:buSzPts val="3000"/>
              <a:buFont typeface="Poppins"/>
              <a:buChar char="○"/>
              <a:defRPr b="1" sz="3000">
                <a:latin typeface="Poppins"/>
                <a:ea typeface="Poppins"/>
                <a:cs typeface="Poppins"/>
                <a:sym typeface="Poppins"/>
              </a:defRPr>
            </a:lvl8pPr>
            <a:lvl9pPr indent="-419100" lvl="8" marL="4114800">
              <a:spcBef>
                <a:spcPts val="0"/>
              </a:spcBef>
              <a:spcAft>
                <a:spcPts val="0"/>
              </a:spcAft>
              <a:buSzPts val="3000"/>
              <a:buFont typeface="Poppins"/>
              <a:buChar char="■"/>
              <a:defRPr b="1" sz="3000">
                <a:latin typeface="Poppins"/>
                <a:ea typeface="Poppins"/>
                <a:cs typeface="Poppins"/>
                <a:sym typeface="Poppins"/>
              </a:defRPr>
            </a:lvl9pPr>
          </a:lstStyle>
          <a:p/>
        </p:txBody>
      </p:sp>
      <p:sp>
        <p:nvSpPr>
          <p:cNvPr id="949" name="Google Shape;949;p57"/>
          <p:cNvSpPr txBox="1"/>
          <p:nvPr>
            <p:ph idx="2" type="body"/>
          </p:nvPr>
        </p:nvSpPr>
        <p:spPr>
          <a:xfrm>
            <a:off x="283925" y="3561603"/>
            <a:ext cx="1823400" cy="502800"/>
          </a:xfrm>
          <a:prstGeom prst="rect">
            <a:avLst/>
          </a:prstGeom>
        </p:spPr>
        <p:txBody>
          <a:bodyPr anchorCtr="0" anchor="t" bIns="0" lIns="0" spcFirstLastPara="1" rIns="0" wrap="square" tIns="0">
            <a:spAutoFit/>
          </a:bodyPr>
          <a:lstStyle>
            <a:lvl1pPr indent="-419100" lvl="0" marL="457200">
              <a:spcBef>
                <a:spcPts val="0"/>
              </a:spcBef>
              <a:spcAft>
                <a:spcPts val="0"/>
              </a:spcAft>
              <a:buSzPts val="3000"/>
              <a:buFont typeface="Poppins"/>
              <a:buChar char="●"/>
              <a:defRPr b="1" sz="3000">
                <a:latin typeface="Poppins"/>
                <a:ea typeface="Poppins"/>
                <a:cs typeface="Poppins"/>
                <a:sym typeface="Poppins"/>
              </a:defRPr>
            </a:lvl1pPr>
            <a:lvl2pPr indent="-419100" lvl="1" marL="914400">
              <a:spcBef>
                <a:spcPts val="800"/>
              </a:spcBef>
              <a:spcAft>
                <a:spcPts val="0"/>
              </a:spcAft>
              <a:buSzPts val="3000"/>
              <a:buFont typeface="Poppins"/>
              <a:buChar char="○"/>
              <a:defRPr b="1" sz="3000">
                <a:latin typeface="Poppins"/>
                <a:ea typeface="Poppins"/>
                <a:cs typeface="Poppins"/>
                <a:sym typeface="Poppins"/>
              </a:defRPr>
            </a:lvl2pPr>
            <a:lvl3pPr indent="-419100" lvl="2" marL="1371600">
              <a:spcBef>
                <a:spcPts val="800"/>
              </a:spcBef>
              <a:spcAft>
                <a:spcPts val="0"/>
              </a:spcAft>
              <a:buSzPts val="3000"/>
              <a:buFont typeface="Poppins"/>
              <a:buChar char="■"/>
              <a:defRPr b="1" sz="3000">
                <a:latin typeface="Poppins"/>
                <a:ea typeface="Poppins"/>
                <a:cs typeface="Poppins"/>
                <a:sym typeface="Poppins"/>
              </a:defRPr>
            </a:lvl3pPr>
            <a:lvl4pPr indent="-419100" lvl="3" marL="1828800">
              <a:spcBef>
                <a:spcPts val="800"/>
              </a:spcBef>
              <a:spcAft>
                <a:spcPts val="0"/>
              </a:spcAft>
              <a:buSzPts val="3000"/>
              <a:buFont typeface="Poppins"/>
              <a:buChar char="●"/>
              <a:defRPr b="1" sz="3000">
                <a:latin typeface="Poppins"/>
                <a:ea typeface="Poppins"/>
                <a:cs typeface="Poppins"/>
                <a:sym typeface="Poppins"/>
              </a:defRPr>
            </a:lvl4pPr>
            <a:lvl5pPr indent="-419100" lvl="4" marL="2286000">
              <a:spcBef>
                <a:spcPts val="800"/>
              </a:spcBef>
              <a:spcAft>
                <a:spcPts val="0"/>
              </a:spcAft>
              <a:buSzPts val="3000"/>
              <a:buFont typeface="Poppins"/>
              <a:buChar char="○"/>
              <a:defRPr b="1" sz="3000">
                <a:latin typeface="Poppins"/>
                <a:ea typeface="Poppins"/>
                <a:cs typeface="Poppins"/>
                <a:sym typeface="Poppins"/>
              </a:defRPr>
            </a:lvl5pPr>
            <a:lvl6pPr indent="-419100" lvl="5" marL="2743200">
              <a:spcBef>
                <a:spcPts val="800"/>
              </a:spcBef>
              <a:spcAft>
                <a:spcPts val="0"/>
              </a:spcAft>
              <a:buSzPts val="3000"/>
              <a:buFont typeface="Poppins"/>
              <a:buChar char="■"/>
              <a:defRPr b="1" sz="3000">
                <a:latin typeface="Poppins"/>
                <a:ea typeface="Poppins"/>
                <a:cs typeface="Poppins"/>
                <a:sym typeface="Poppins"/>
              </a:defRPr>
            </a:lvl6pPr>
            <a:lvl7pPr indent="-419100" lvl="6" marL="3200400">
              <a:spcBef>
                <a:spcPts val="800"/>
              </a:spcBef>
              <a:spcAft>
                <a:spcPts val="0"/>
              </a:spcAft>
              <a:buSzPts val="3000"/>
              <a:buFont typeface="Poppins"/>
              <a:buChar char="●"/>
              <a:defRPr b="1" sz="3000">
                <a:latin typeface="Poppins"/>
                <a:ea typeface="Poppins"/>
                <a:cs typeface="Poppins"/>
                <a:sym typeface="Poppins"/>
              </a:defRPr>
            </a:lvl7pPr>
            <a:lvl8pPr indent="-419100" lvl="7" marL="3657600">
              <a:spcBef>
                <a:spcPts val="800"/>
              </a:spcBef>
              <a:spcAft>
                <a:spcPts val="0"/>
              </a:spcAft>
              <a:buSzPts val="3000"/>
              <a:buFont typeface="Poppins"/>
              <a:buChar char="○"/>
              <a:defRPr b="1" sz="3000">
                <a:latin typeface="Poppins"/>
                <a:ea typeface="Poppins"/>
                <a:cs typeface="Poppins"/>
                <a:sym typeface="Poppins"/>
              </a:defRPr>
            </a:lvl8pPr>
            <a:lvl9pPr indent="-419100" lvl="8" marL="4114800">
              <a:spcBef>
                <a:spcPts val="800"/>
              </a:spcBef>
              <a:spcAft>
                <a:spcPts val="800"/>
              </a:spcAft>
              <a:buSzPts val="3000"/>
              <a:buFont typeface="Poppins"/>
              <a:buChar char="■"/>
              <a:defRPr b="1" sz="3000">
                <a:latin typeface="Poppins"/>
                <a:ea typeface="Poppins"/>
                <a:cs typeface="Poppins"/>
                <a:sym typeface="Poppins"/>
              </a:defRPr>
            </a:lvl9pPr>
          </a:lstStyle>
          <a:p/>
        </p:txBody>
      </p:sp>
      <p:sp>
        <p:nvSpPr>
          <p:cNvPr id="950" name="Google Shape;950;p57"/>
          <p:cNvSpPr txBox="1"/>
          <p:nvPr>
            <p:ph idx="3" type="body"/>
          </p:nvPr>
        </p:nvSpPr>
        <p:spPr>
          <a:xfrm>
            <a:off x="4785202" y="3561603"/>
            <a:ext cx="1823400" cy="502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Font typeface="Poppins"/>
              <a:buChar char="●"/>
              <a:defRPr b="1" sz="3000">
                <a:latin typeface="Poppins"/>
                <a:ea typeface="Poppins"/>
                <a:cs typeface="Poppins"/>
                <a:sym typeface="Poppins"/>
              </a:defRPr>
            </a:lvl1pPr>
            <a:lvl2pPr indent="-419100" lvl="1" marL="914400">
              <a:spcBef>
                <a:spcPts val="0"/>
              </a:spcBef>
              <a:spcAft>
                <a:spcPts val="0"/>
              </a:spcAft>
              <a:buSzPts val="3000"/>
              <a:buFont typeface="Poppins"/>
              <a:buChar char="○"/>
              <a:defRPr b="1" sz="3000">
                <a:latin typeface="Poppins"/>
                <a:ea typeface="Poppins"/>
                <a:cs typeface="Poppins"/>
                <a:sym typeface="Poppins"/>
              </a:defRPr>
            </a:lvl2pPr>
            <a:lvl3pPr indent="-419100" lvl="2" marL="1371600">
              <a:spcBef>
                <a:spcPts val="0"/>
              </a:spcBef>
              <a:spcAft>
                <a:spcPts val="0"/>
              </a:spcAft>
              <a:buSzPts val="3000"/>
              <a:buFont typeface="Poppins"/>
              <a:buChar char="■"/>
              <a:defRPr b="1" sz="3000">
                <a:latin typeface="Poppins"/>
                <a:ea typeface="Poppins"/>
                <a:cs typeface="Poppins"/>
                <a:sym typeface="Poppins"/>
              </a:defRPr>
            </a:lvl3pPr>
            <a:lvl4pPr indent="-419100" lvl="3" marL="1828800">
              <a:spcBef>
                <a:spcPts val="0"/>
              </a:spcBef>
              <a:spcAft>
                <a:spcPts val="0"/>
              </a:spcAft>
              <a:buSzPts val="3000"/>
              <a:buFont typeface="Poppins"/>
              <a:buChar char="●"/>
              <a:defRPr b="1" sz="3000">
                <a:latin typeface="Poppins"/>
                <a:ea typeface="Poppins"/>
                <a:cs typeface="Poppins"/>
                <a:sym typeface="Poppins"/>
              </a:defRPr>
            </a:lvl4pPr>
            <a:lvl5pPr indent="-419100" lvl="4" marL="2286000">
              <a:spcBef>
                <a:spcPts val="0"/>
              </a:spcBef>
              <a:spcAft>
                <a:spcPts val="0"/>
              </a:spcAft>
              <a:buSzPts val="3000"/>
              <a:buFont typeface="Poppins"/>
              <a:buChar char="○"/>
              <a:defRPr b="1" sz="3000">
                <a:latin typeface="Poppins"/>
                <a:ea typeface="Poppins"/>
                <a:cs typeface="Poppins"/>
                <a:sym typeface="Poppins"/>
              </a:defRPr>
            </a:lvl5pPr>
            <a:lvl6pPr indent="-419100" lvl="5" marL="2743200">
              <a:spcBef>
                <a:spcPts val="0"/>
              </a:spcBef>
              <a:spcAft>
                <a:spcPts val="0"/>
              </a:spcAft>
              <a:buSzPts val="3000"/>
              <a:buFont typeface="Poppins"/>
              <a:buChar char="■"/>
              <a:defRPr b="1" sz="3000">
                <a:latin typeface="Poppins"/>
                <a:ea typeface="Poppins"/>
                <a:cs typeface="Poppins"/>
                <a:sym typeface="Poppins"/>
              </a:defRPr>
            </a:lvl6pPr>
            <a:lvl7pPr indent="-419100" lvl="6" marL="3200400">
              <a:spcBef>
                <a:spcPts val="0"/>
              </a:spcBef>
              <a:spcAft>
                <a:spcPts val="0"/>
              </a:spcAft>
              <a:buSzPts val="3000"/>
              <a:buFont typeface="Poppins"/>
              <a:buChar char="●"/>
              <a:defRPr b="1" sz="3000">
                <a:latin typeface="Poppins"/>
                <a:ea typeface="Poppins"/>
                <a:cs typeface="Poppins"/>
                <a:sym typeface="Poppins"/>
              </a:defRPr>
            </a:lvl7pPr>
            <a:lvl8pPr indent="-419100" lvl="7" marL="3657600">
              <a:spcBef>
                <a:spcPts val="0"/>
              </a:spcBef>
              <a:spcAft>
                <a:spcPts val="0"/>
              </a:spcAft>
              <a:buSzPts val="3000"/>
              <a:buFont typeface="Poppins"/>
              <a:buChar char="○"/>
              <a:defRPr b="1" sz="3000">
                <a:latin typeface="Poppins"/>
                <a:ea typeface="Poppins"/>
                <a:cs typeface="Poppins"/>
                <a:sym typeface="Poppins"/>
              </a:defRPr>
            </a:lvl8pPr>
            <a:lvl9pPr indent="-419100" lvl="8" marL="4114800">
              <a:spcBef>
                <a:spcPts val="0"/>
              </a:spcBef>
              <a:spcAft>
                <a:spcPts val="0"/>
              </a:spcAft>
              <a:buSzPts val="3000"/>
              <a:buFont typeface="Poppins"/>
              <a:buChar char="■"/>
              <a:defRPr b="1" sz="3000">
                <a:latin typeface="Poppins"/>
                <a:ea typeface="Poppins"/>
                <a:cs typeface="Poppins"/>
                <a:sym typeface="Poppins"/>
              </a:defRPr>
            </a:lvl9pPr>
          </a:lstStyle>
          <a:p/>
        </p:txBody>
      </p:sp>
      <p:sp>
        <p:nvSpPr>
          <p:cNvPr id="951" name="Google Shape;951;p57"/>
          <p:cNvSpPr txBox="1"/>
          <p:nvPr>
            <p:ph idx="4" type="body"/>
          </p:nvPr>
        </p:nvSpPr>
        <p:spPr>
          <a:xfrm>
            <a:off x="7035841" y="3561603"/>
            <a:ext cx="1823400" cy="502800"/>
          </a:xfrm>
          <a:prstGeom prst="rect">
            <a:avLst/>
          </a:prstGeom>
        </p:spPr>
        <p:txBody>
          <a:bodyPr anchorCtr="0" anchor="t" bIns="0" lIns="0" spcFirstLastPara="1" rIns="0" wrap="square" tIns="0">
            <a:noAutofit/>
          </a:bodyPr>
          <a:lstStyle>
            <a:lvl1pPr indent="-419100" lvl="0" marL="457200">
              <a:spcBef>
                <a:spcPts val="0"/>
              </a:spcBef>
              <a:spcAft>
                <a:spcPts val="0"/>
              </a:spcAft>
              <a:buSzPts val="3000"/>
              <a:buFont typeface="Poppins"/>
              <a:buChar char="●"/>
              <a:defRPr b="1" sz="3000">
                <a:latin typeface="Poppins"/>
                <a:ea typeface="Poppins"/>
                <a:cs typeface="Poppins"/>
                <a:sym typeface="Poppins"/>
              </a:defRPr>
            </a:lvl1pPr>
            <a:lvl2pPr indent="-419100" lvl="1" marL="914400">
              <a:spcBef>
                <a:spcPts val="0"/>
              </a:spcBef>
              <a:spcAft>
                <a:spcPts val="0"/>
              </a:spcAft>
              <a:buSzPts val="3000"/>
              <a:buFont typeface="Poppins"/>
              <a:buChar char="○"/>
              <a:defRPr b="1" sz="3000">
                <a:latin typeface="Poppins"/>
                <a:ea typeface="Poppins"/>
                <a:cs typeface="Poppins"/>
                <a:sym typeface="Poppins"/>
              </a:defRPr>
            </a:lvl2pPr>
            <a:lvl3pPr indent="-419100" lvl="2" marL="1371600">
              <a:spcBef>
                <a:spcPts val="0"/>
              </a:spcBef>
              <a:spcAft>
                <a:spcPts val="0"/>
              </a:spcAft>
              <a:buSzPts val="3000"/>
              <a:buFont typeface="Poppins"/>
              <a:buChar char="■"/>
              <a:defRPr b="1" sz="3000">
                <a:latin typeface="Poppins"/>
                <a:ea typeface="Poppins"/>
                <a:cs typeface="Poppins"/>
                <a:sym typeface="Poppins"/>
              </a:defRPr>
            </a:lvl3pPr>
            <a:lvl4pPr indent="-419100" lvl="3" marL="1828800">
              <a:spcBef>
                <a:spcPts val="0"/>
              </a:spcBef>
              <a:spcAft>
                <a:spcPts val="0"/>
              </a:spcAft>
              <a:buSzPts val="3000"/>
              <a:buFont typeface="Poppins"/>
              <a:buChar char="●"/>
              <a:defRPr b="1" sz="3000">
                <a:latin typeface="Poppins"/>
                <a:ea typeface="Poppins"/>
                <a:cs typeface="Poppins"/>
                <a:sym typeface="Poppins"/>
              </a:defRPr>
            </a:lvl4pPr>
            <a:lvl5pPr indent="-419100" lvl="4" marL="2286000">
              <a:spcBef>
                <a:spcPts val="0"/>
              </a:spcBef>
              <a:spcAft>
                <a:spcPts val="0"/>
              </a:spcAft>
              <a:buSzPts val="3000"/>
              <a:buFont typeface="Poppins"/>
              <a:buChar char="○"/>
              <a:defRPr b="1" sz="3000">
                <a:latin typeface="Poppins"/>
                <a:ea typeface="Poppins"/>
                <a:cs typeface="Poppins"/>
                <a:sym typeface="Poppins"/>
              </a:defRPr>
            </a:lvl5pPr>
            <a:lvl6pPr indent="-419100" lvl="5" marL="2743200">
              <a:spcBef>
                <a:spcPts val="0"/>
              </a:spcBef>
              <a:spcAft>
                <a:spcPts val="0"/>
              </a:spcAft>
              <a:buSzPts val="3000"/>
              <a:buFont typeface="Poppins"/>
              <a:buChar char="■"/>
              <a:defRPr b="1" sz="3000">
                <a:latin typeface="Poppins"/>
                <a:ea typeface="Poppins"/>
                <a:cs typeface="Poppins"/>
                <a:sym typeface="Poppins"/>
              </a:defRPr>
            </a:lvl6pPr>
            <a:lvl7pPr indent="-419100" lvl="6" marL="3200400">
              <a:spcBef>
                <a:spcPts val="0"/>
              </a:spcBef>
              <a:spcAft>
                <a:spcPts val="0"/>
              </a:spcAft>
              <a:buSzPts val="3000"/>
              <a:buFont typeface="Poppins"/>
              <a:buChar char="●"/>
              <a:defRPr b="1" sz="3000">
                <a:latin typeface="Poppins"/>
                <a:ea typeface="Poppins"/>
                <a:cs typeface="Poppins"/>
                <a:sym typeface="Poppins"/>
              </a:defRPr>
            </a:lvl7pPr>
            <a:lvl8pPr indent="-419100" lvl="7" marL="3657600">
              <a:spcBef>
                <a:spcPts val="0"/>
              </a:spcBef>
              <a:spcAft>
                <a:spcPts val="0"/>
              </a:spcAft>
              <a:buSzPts val="3000"/>
              <a:buFont typeface="Poppins"/>
              <a:buChar char="○"/>
              <a:defRPr b="1" sz="3000">
                <a:latin typeface="Poppins"/>
                <a:ea typeface="Poppins"/>
                <a:cs typeface="Poppins"/>
                <a:sym typeface="Poppins"/>
              </a:defRPr>
            </a:lvl8pPr>
            <a:lvl9pPr indent="-419100" lvl="8" marL="4114800">
              <a:spcBef>
                <a:spcPts val="0"/>
              </a:spcBef>
              <a:spcAft>
                <a:spcPts val="0"/>
              </a:spcAft>
              <a:buSzPts val="3000"/>
              <a:buFont typeface="Poppins"/>
              <a:buChar char="■"/>
              <a:defRPr b="1" sz="3000">
                <a:latin typeface="Poppins"/>
                <a:ea typeface="Poppins"/>
                <a:cs typeface="Poppins"/>
                <a:sym typeface="Poppins"/>
              </a:defRPr>
            </a:lvl9pPr>
          </a:lstStyle>
          <a:p/>
        </p:txBody>
      </p:sp>
      <p:sp>
        <p:nvSpPr>
          <p:cNvPr id="952" name="Google Shape;952;p57"/>
          <p:cNvSpPr txBox="1"/>
          <p:nvPr>
            <p:ph idx="5" type="body"/>
          </p:nvPr>
        </p:nvSpPr>
        <p:spPr>
          <a:xfrm>
            <a:off x="283925" y="4183328"/>
            <a:ext cx="1823400" cy="5028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b="1" sz="1000"/>
            </a:lvl2pPr>
            <a:lvl3pPr indent="-292100" lvl="2" marL="1371600">
              <a:lnSpc>
                <a:spcPct val="100000"/>
              </a:lnSpc>
              <a:spcBef>
                <a:spcPts val="0"/>
              </a:spcBef>
              <a:spcAft>
                <a:spcPts val="0"/>
              </a:spcAft>
              <a:buSzPts val="1000"/>
              <a:buChar char="■"/>
              <a:defRPr b="1" sz="1000"/>
            </a:lvl3pPr>
            <a:lvl4pPr indent="-292100" lvl="3" marL="1828800">
              <a:lnSpc>
                <a:spcPct val="100000"/>
              </a:lnSpc>
              <a:spcBef>
                <a:spcPts val="0"/>
              </a:spcBef>
              <a:spcAft>
                <a:spcPts val="0"/>
              </a:spcAft>
              <a:buSzPts val="1000"/>
              <a:buChar char="●"/>
              <a:defRPr b="1" sz="1000"/>
            </a:lvl4pPr>
            <a:lvl5pPr indent="-292100" lvl="4" marL="2286000">
              <a:lnSpc>
                <a:spcPct val="100000"/>
              </a:lnSpc>
              <a:spcBef>
                <a:spcPts val="0"/>
              </a:spcBef>
              <a:spcAft>
                <a:spcPts val="0"/>
              </a:spcAft>
              <a:buSzPts val="1000"/>
              <a:buChar char="○"/>
              <a:defRPr b="1" sz="1000"/>
            </a:lvl5pPr>
            <a:lvl6pPr indent="-292100" lvl="5" marL="2743200">
              <a:lnSpc>
                <a:spcPct val="100000"/>
              </a:lnSpc>
              <a:spcBef>
                <a:spcPts val="0"/>
              </a:spcBef>
              <a:spcAft>
                <a:spcPts val="0"/>
              </a:spcAft>
              <a:buSzPts val="1000"/>
              <a:buChar char="■"/>
              <a:defRPr b="1" sz="1000"/>
            </a:lvl6pPr>
            <a:lvl7pPr indent="-292100" lvl="6" marL="3200400">
              <a:lnSpc>
                <a:spcPct val="100000"/>
              </a:lnSpc>
              <a:spcBef>
                <a:spcPts val="0"/>
              </a:spcBef>
              <a:spcAft>
                <a:spcPts val="0"/>
              </a:spcAft>
              <a:buSzPts val="1000"/>
              <a:buChar char="●"/>
              <a:defRPr b="1" sz="1000"/>
            </a:lvl7pPr>
            <a:lvl8pPr indent="-292100" lvl="7" marL="3657600">
              <a:lnSpc>
                <a:spcPct val="100000"/>
              </a:lnSpc>
              <a:spcBef>
                <a:spcPts val="0"/>
              </a:spcBef>
              <a:spcAft>
                <a:spcPts val="0"/>
              </a:spcAft>
              <a:buSzPts val="1000"/>
              <a:buChar char="○"/>
              <a:defRPr b="1" sz="1000"/>
            </a:lvl8pPr>
            <a:lvl9pPr indent="-292100" lvl="8" marL="4114800">
              <a:lnSpc>
                <a:spcPct val="100000"/>
              </a:lnSpc>
              <a:spcBef>
                <a:spcPts val="0"/>
              </a:spcBef>
              <a:spcAft>
                <a:spcPts val="0"/>
              </a:spcAft>
              <a:buSzPts val="1000"/>
              <a:buChar char="■"/>
              <a:defRPr b="1" sz="1000"/>
            </a:lvl9pPr>
          </a:lstStyle>
          <a:p/>
        </p:txBody>
      </p:sp>
      <p:sp>
        <p:nvSpPr>
          <p:cNvPr id="953" name="Google Shape;953;p57"/>
          <p:cNvSpPr txBox="1"/>
          <p:nvPr>
            <p:ph idx="6" type="body"/>
          </p:nvPr>
        </p:nvSpPr>
        <p:spPr>
          <a:xfrm>
            <a:off x="2534564" y="4183328"/>
            <a:ext cx="1823400" cy="5028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b="1" sz="1000"/>
            </a:lvl2pPr>
            <a:lvl3pPr indent="-292100" lvl="2" marL="1371600">
              <a:lnSpc>
                <a:spcPct val="100000"/>
              </a:lnSpc>
              <a:spcBef>
                <a:spcPts val="0"/>
              </a:spcBef>
              <a:spcAft>
                <a:spcPts val="0"/>
              </a:spcAft>
              <a:buSzPts val="1000"/>
              <a:buChar char="■"/>
              <a:defRPr b="1" sz="1000"/>
            </a:lvl3pPr>
            <a:lvl4pPr indent="-292100" lvl="3" marL="1828800">
              <a:lnSpc>
                <a:spcPct val="100000"/>
              </a:lnSpc>
              <a:spcBef>
                <a:spcPts val="0"/>
              </a:spcBef>
              <a:spcAft>
                <a:spcPts val="0"/>
              </a:spcAft>
              <a:buSzPts val="1000"/>
              <a:buChar char="●"/>
              <a:defRPr b="1" sz="1000"/>
            </a:lvl4pPr>
            <a:lvl5pPr indent="-292100" lvl="4" marL="2286000">
              <a:lnSpc>
                <a:spcPct val="100000"/>
              </a:lnSpc>
              <a:spcBef>
                <a:spcPts val="0"/>
              </a:spcBef>
              <a:spcAft>
                <a:spcPts val="0"/>
              </a:spcAft>
              <a:buSzPts val="1000"/>
              <a:buChar char="○"/>
              <a:defRPr b="1" sz="1000"/>
            </a:lvl5pPr>
            <a:lvl6pPr indent="-292100" lvl="5" marL="2743200">
              <a:lnSpc>
                <a:spcPct val="100000"/>
              </a:lnSpc>
              <a:spcBef>
                <a:spcPts val="0"/>
              </a:spcBef>
              <a:spcAft>
                <a:spcPts val="0"/>
              </a:spcAft>
              <a:buSzPts val="1000"/>
              <a:buChar char="■"/>
              <a:defRPr b="1" sz="1000"/>
            </a:lvl6pPr>
            <a:lvl7pPr indent="-292100" lvl="6" marL="3200400">
              <a:lnSpc>
                <a:spcPct val="100000"/>
              </a:lnSpc>
              <a:spcBef>
                <a:spcPts val="0"/>
              </a:spcBef>
              <a:spcAft>
                <a:spcPts val="0"/>
              </a:spcAft>
              <a:buSzPts val="1000"/>
              <a:buChar char="●"/>
              <a:defRPr b="1" sz="1000"/>
            </a:lvl7pPr>
            <a:lvl8pPr indent="-292100" lvl="7" marL="3657600">
              <a:lnSpc>
                <a:spcPct val="100000"/>
              </a:lnSpc>
              <a:spcBef>
                <a:spcPts val="0"/>
              </a:spcBef>
              <a:spcAft>
                <a:spcPts val="0"/>
              </a:spcAft>
              <a:buSzPts val="1000"/>
              <a:buChar char="○"/>
              <a:defRPr b="1" sz="1000"/>
            </a:lvl8pPr>
            <a:lvl9pPr indent="-292100" lvl="8" marL="4114800">
              <a:lnSpc>
                <a:spcPct val="100000"/>
              </a:lnSpc>
              <a:spcBef>
                <a:spcPts val="0"/>
              </a:spcBef>
              <a:spcAft>
                <a:spcPts val="0"/>
              </a:spcAft>
              <a:buSzPts val="1000"/>
              <a:buChar char="■"/>
              <a:defRPr b="1" sz="1000"/>
            </a:lvl9pPr>
          </a:lstStyle>
          <a:p/>
        </p:txBody>
      </p:sp>
      <p:sp>
        <p:nvSpPr>
          <p:cNvPr id="954" name="Google Shape;954;p57"/>
          <p:cNvSpPr txBox="1"/>
          <p:nvPr>
            <p:ph idx="7" type="body"/>
          </p:nvPr>
        </p:nvSpPr>
        <p:spPr>
          <a:xfrm>
            <a:off x="4785202" y="4183328"/>
            <a:ext cx="1823400" cy="5028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b="1" sz="1000"/>
            </a:lvl2pPr>
            <a:lvl3pPr indent="-292100" lvl="2" marL="1371600">
              <a:lnSpc>
                <a:spcPct val="100000"/>
              </a:lnSpc>
              <a:spcBef>
                <a:spcPts val="0"/>
              </a:spcBef>
              <a:spcAft>
                <a:spcPts val="0"/>
              </a:spcAft>
              <a:buSzPts val="1000"/>
              <a:buChar char="■"/>
              <a:defRPr b="1" sz="1000"/>
            </a:lvl3pPr>
            <a:lvl4pPr indent="-292100" lvl="3" marL="1828800">
              <a:lnSpc>
                <a:spcPct val="100000"/>
              </a:lnSpc>
              <a:spcBef>
                <a:spcPts val="0"/>
              </a:spcBef>
              <a:spcAft>
                <a:spcPts val="0"/>
              </a:spcAft>
              <a:buSzPts val="1000"/>
              <a:buChar char="●"/>
              <a:defRPr b="1" sz="1000"/>
            </a:lvl4pPr>
            <a:lvl5pPr indent="-292100" lvl="4" marL="2286000">
              <a:lnSpc>
                <a:spcPct val="100000"/>
              </a:lnSpc>
              <a:spcBef>
                <a:spcPts val="0"/>
              </a:spcBef>
              <a:spcAft>
                <a:spcPts val="0"/>
              </a:spcAft>
              <a:buSzPts val="1000"/>
              <a:buChar char="○"/>
              <a:defRPr b="1" sz="1000"/>
            </a:lvl5pPr>
            <a:lvl6pPr indent="-292100" lvl="5" marL="2743200">
              <a:lnSpc>
                <a:spcPct val="100000"/>
              </a:lnSpc>
              <a:spcBef>
                <a:spcPts val="0"/>
              </a:spcBef>
              <a:spcAft>
                <a:spcPts val="0"/>
              </a:spcAft>
              <a:buSzPts val="1000"/>
              <a:buChar char="■"/>
              <a:defRPr b="1" sz="1000"/>
            </a:lvl6pPr>
            <a:lvl7pPr indent="-292100" lvl="6" marL="3200400">
              <a:lnSpc>
                <a:spcPct val="100000"/>
              </a:lnSpc>
              <a:spcBef>
                <a:spcPts val="0"/>
              </a:spcBef>
              <a:spcAft>
                <a:spcPts val="0"/>
              </a:spcAft>
              <a:buSzPts val="1000"/>
              <a:buChar char="●"/>
              <a:defRPr b="1" sz="1000"/>
            </a:lvl7pPr>
            <a:lvl8pPr indent="-292100" lvl="7" marL="3657600">
              <a:lnSpc>
                <a:spcPct val="100000"/>
              </a:lnSpc>
              <a:spcBef>
                <a:spcPts val="0"/>
              </a:spcBef>
              <a:spcAft>
                <a:spcPts val="0"/>
              </a:spcAft>
              <a:buSzPts val="1000"/>
              <a:buChar char="○"/>
              <a:defRPr b="1" sz="1000"/>
            </a:lvl8pPr>
            <a:lvl9pPr indent="-292100" lvl="8" marL="4114800">
              <a:lnSpc>
                <a:spcPct val="100000"/>
              </a:lnSpc>
              <a:spcBef>
                <a:spcPts val="0"/>
              </a:spcBef>
              <a:spcAft>
                <a:spcPts val="0"/>
              </a:spcAft>
              <a:buSzPts val="1000"/>
              <a:buChar char="■"/>
              <a:defRPr b="1" sz="1000"/>
            </a:lvl9pPr>
          </a:lstStyle>
          <a:p/>
        </p:txBody>
      </p:sp>
      <p:sp>
        <p:nvSpPr>
          <p:cNvPr id="955" name="Google Shape;955;p57"/>
          <p:cNvSpPr txBox="1"/>
          <p:nvPr>
            <p:ph idx="8" type="body"/>
          </p:nvPr>
        </p:nvSpPr>
        <p:spPr>
          <a:xfrm>
            <a:off x="7035841" y="4183328"/>
            <a:ext cx="1823400" cy="5028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0"/>
              </a:spcBef>
              <a:spcAft>
                <a:spcPts val="0"/>
              </a:spcAft>
              <a:buSzPts val="1000"/>
              <a:buChar char="○"/>
              <a:defRPr b="1" sz="1000"/>
            </a:lvl2pPr>
            <a:lvl3pPr indent="-292100" lvl="2" marL="1371600">
              <a:lnSpc>
                <a:spcPct val="100000"/>
              </a:lnSpc>
              <a:spcBef>
                <a:spcPts val="0"/>
              </a:spcBef>
              <a:spcAft>
                <a:spcPts val="0"/>
              </a:spcAft>
              <a:buSzPts val="1000"/>
              <a:buChar char="■"/>
              <a:defRPr b="1" sz="1000"/>
            </a:lvl3pPr>
            <a:lvl4pPr indent="-292100" lvl="3" marL="1828800">
              <a:lnSpc>
                <a:spcPct val="100000"/>
              </a:lnSpc>
              <a:spcBef>
                <a:spcPts val="0"/>
              </a:spcBef>
              <a:spcAft>
                <a:spcPts val="0"/>
              </a:spcAft>
              <a:buSzPts val="1000"/>
              <a:buChar char="●"/>
              <a:defRPr b="1" sz="1000"/>
            </a:lvl4pPr>
            <a:lvl5pPr indent="-292100" lvl="4" marL="2286000">
              <a:lnSpc>
                <a:spcPct val="100000"/>
              </a:lnSpc>
              <a:spcBef>
                <a:spcPts val="0"/>
              </a:spcBef>
              <a:spcAft>
                <a:spcPts val="0"/>
              </a:spcAft>
              <a:buSzPts val="1000"/>
              <a:buChar char="○"/>
              <a:defRPr b="1" sz="1000"/>
            </a:lvl5pPr>
            <a:lvl6pPr indent="-292100" lvl="5" marL="2743200">
              <a:lnSpc>
                <a:spcPct val="100000"/>
              </a:lnSpc>
              <a:spcBef>
                <a:spcPts val="0"/>
              </a:spcBef>
              <a:spcAft>
                <a:spcPts val="0"/>
              </a:spcAft>
              <a:buSzPts val="1000"/>
              <a:buChar char="■"/>
              <a:defRPr b="1" sz="1000"/>
            </a:lvl6pPr>
            <a:lvl7pPr indent="-292100" lvl="6" marL="3200400">
              <a:lnSpc>
                <a:spcPct val="100000"/>
              </a:lnSpc>
              <a:spcBef>
                <a:spcPts val="0"/>
              </a:spcBef>
              <a:spcAft>
                <a:spcPts val="0"/>
              </a:spcAft>
              <a:buSzPts val="1000"/>
              <a:buChar char="●"/>
              <a:defRPr b="1" sz="1000"/>
            </a:lvl7pPr>
            <a:lvl8pPr indent="-292100" lvl="7" marL="3657600">
              <a:lnSpc>
                <a:spcPct val="100000"/>
              </a:lnSpc>
              <a:spcBef>
                <a:spcPts val="0"/>
              </a:spcBef>
              <a:spcAft>
                <a:spcPts val="0"/>
              </a:spcAft>
              <a:buSzPts val="1000"/>
              <a:buChar char="○"/>
              <a:defRPr b="1" sz="1000"/>
            </a:lvl8pPr>
            <a:lvl9pPr indent="-292100" lvl="8" marL="4114800">
              <a:lnSpc>
                <a:spcPct val="100000"/>
              </a:lnSpc>
              <a:spcBef>
                <a:spcPts val="0"/>
              </a:spcBef>
              <a:spcAft>
                <a:spcPts val="0"/>
              </a:spcAft>
              <a:buSzPts val="1000"/>
              <a:buChar char="■"/>
              <a:defRPr b="1" sz="1000"/>
            </a:lvl9pPr>
          </a:lstStyle>
          <a:p/>
        </p:txBody>
      </p:sp>
      <p:sp>
        <p:nvSpPr>
          <p:cNvPr id="956" name="Google Shape;956;p57"/>
          <p:cNvSpPr/>
          <p:nvPr/>
        </p:nvSpPr>
        <p:spPr>
          <a:xfrm flipH="1" rot="10800000">
            <a:off x="-1073900" y="773300"/>
            <a:ext cx="2146200" cy="2146200"/>
          </a:xfrm>
          <a:prstGeom prst="pie">
            <a:avLst>
              <a:gd fmla="val 16192689"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957" name="Google Shape;957;p57"/>
          <p:cNvSpPr/>
          <p:nvPr/>
        </p:nvSpPr>
        <p:spPr>
          <a:xfrm flipH="1" rot="10800000">
            <a:off x="-3400" y="773300"/>
            <a:ext cx="2146200" cy="2146200"/>
          </a:xfrm>
          <a:prstGeom prst="pie">
            <a:avLst>
              <a:gd fmla="val 16192689"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958" name="Google Shape;958;p57"/>
          <p:cNvSpPr/>
          <p:nvPr/>
        </p:nvSpPr>
        <p:spPr>
          <a:xfrm flipH="1" rot="10800000">
            <a:off x="1072300" y="773300"/>
            <a:ext cx="2146200" cy="2146200"/>
          </a:xfrm>
          <a:prstGeom prst="pie">
            <a:avLst>
              <a:gd fmla="val 16192689" name="adj1"/>
              <a:gd fmla="val 5408708"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959" name="Google Shape;959;p57"/>
          <p:cNvSpPr/>
          <p:nvPr/>
        </p:nvSpPr>
        <p:spPr>
          <a:xfrm flipH="1" rot="10800000">
            <a:off x="2149393" y="773300"/>
            <a:ext cx="2146200" cy="2146200"/>
          </a:xfrm>
          <a:prstGeom prst="pie">
            <a:avLst>
              <a:gd fmla="val 16192689" name="adj1"/>
              <a:gd fmla="val 5408708"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960" name="Google Shape;960;p57"/>
          <p:cNvSpPr txBox="1"/>
          <p:nvPr>
            <p:ph idx="9" type="subTitle"/>
          </p:nvPr>
        </p:nvSpPr>
        <p:spPr>
          <a:xfrm>
            <a:off x="289900" y="162300"/>
            <a:ext cx="2114700" cy="218400"/>
          </a:xfrm>
          <a:prstGeom prst="rect">
            <a:avLst/>
          </a:prstGeom>
        </p:spPr>
        <p:txBody>
          <a:bodyPr anchorCtr="0" anchor="t" bIns="0" lIns="0" spcFirstLastPara="1" rIns="0" wrap="square" tIns="0">
            <a:no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961" name="Google Shape;961;p57"/>
          <p:cNvSpPr txBox="1"/>
          <p:nvPr>
            <p:ph idx="13" type="subTitle"/>
          </p:nvPr>
        </p:nvSpPr>
        <p:spPr>
          <a:xfrm>
            <a:off x="4223400" y="162300"/>
            <a:ext cx="1775100" cy="218400"/>
          </a:xfrm>
          <a:prstGeom prst="rect">
            <a:avLst/>
          </a:prstGeom>
        </p:spPr>
        <p:txBody>
          <a:bodyPr anchorCtr="0" anchor="t" bIns="0" lIns="0" spcFirstLastPara="1" rIns="0" wrap="square" tIns="0">
            <a:no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962" name="Google Shape;962;p57"/>
          <p:cNvSpPr txBox="1"/>
          <p:nvPr>
            <p:ph idx="14" type="subTitle"/>
          </p:nvPr>
        </p:nvSpPr>
        <p:spPr>
          <a:xfrm>
            <a:off x="6571675" y="162300"/>
            <a:ext cx="2282400" cy="218400"/>
          </a:xfrm>
          <a:prstGeom prst="rect">
            <a:avLst/>
          </a:prstGeom>
        </p:spPr>
        <p:txBody>
          <a:bodyPr anchorCtr="0" anchor="t" bIns="0" lIns="0" spcFirstLastPara="1" rIns="0" wrap="square" tIns="0">
            <a:noAutofit/>
          </a:bodyPr>
          <a:lstStyle>
            <a:lvl1pPr lvl="0" algn="r">
              <a:spcBef>
                <a:spcPts val="0"/>
              </a:spcBef>
              <a:spcAft>
                <a:spcPts val="0"/>
              </a:spcAft>
              <a:buSzPts val="800"/>
              <a:buNone/>
              <a:defRPr sz="800"/>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963" name="Google Shape;963;p57"/>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with Shape">
  <p:cSld name="BLANK_1_1_1_1_1_1_1_2_1">
    <p:spTree>
      <p:nvGrpSpPr>
        <p:cNvPr id="964" name="Shape 964"/>
        <p:cNvGrpSpPr/>
        <p:nvPr/>
      </p:nvGrpSpPr>
      <p:grpSpPr>
        <a:xfrm>
          <a:off x="0" y="0"/>
          <a:ext cx="0" cy="0"/>
          <a:chOff x="0" y="0"/>
          <a:chExt cx="0" cy="0"/>
        </a:xfrm>
      </p:grpSpPr>
      <p:sp>
        <p:nvSpPr>
          <p:cNvPr id="965" name="Google Shape;965;p58"/>
          <p:cNvSpPr/>
          <p:nvPr/>
        </p:nvSpPr>
        <p:spPr>
          <a:xfrm>
            <a:off x="0" y="3859125"/>
            <a:ext cx="2004300" cy="12828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966" name="Google Shape;966;p58"/>
          <p:cNvSpPr/>
          <p:nvPr/>
        </p:nvSpPr>
        <p:spPr>
          <a:xfrm flipH="1" rot="10800000">
            <a:off x="6571675" y="3851200"/>
            <a:ext cx="1270800" cy="1282800"/>
          </a:xfrm>
          <a:prstGeom prst="pie">
            <a:avLst>
              <a:gd fmla="val 16192689" name="adj1"/>
              <a:gd fmla="val 540870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967" name="Google Shape;967;p58"/>
          <p:cNvSpPr/>
          <p:nvPr/>
        </p:nvSpPr>
        <p:spPr>
          <a:xfrm flipH="1" rot="10800000">
            <a:off x="7217867" y="3851200"/>
            <a:ext cx="1282500" cy="1282800"/>
          </a:xfrm>
          <a:prstGeom prst="pie">
            <a:avLst>
              <a:gd fmla="val 16192689" name="adj1"/>
              <a:gd fmla="val 5408708"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968" name="Google Shape;968;p58"/>
          <p:cNvSpPr/>
          <p:nvPr/>
        </p:nvSpPr>
        <p:spPr>
          <a:xfrm rot="5400000">
            <a:off x="3193350" y="-1811400"/>
            <a:ext cx="2757600" cy="8574300"/>
          </a:xfrm>
          <a:prstGeom prst="round2DiagRect">
            <a:avLst>
              <a:gd fmla="val 50000" name="adj1"/>
              <a:gd fmla="val 0" name="adj2"/>
            </a:avLst>
          </a:prstGeom>
          <a:no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Poppins"/>
              <a:ea typeface="Poppins"/>
              <a:cs typeface="Poppins"/>
              <a:sym typeface="Poppins"/>
            </a:endParaRPr>
          </a:p>
        </p:txBody>
      </p:sp>
      <p:sp>
        <p:nvSpPr>
          <p:cNvPr id="969" name="Google Shape;969;p58"/>
          <p:cNvSpPr txBox="1"/>
          <p:nvPr>
            <p:ph type="title"/>
          </p:nvPr>
        </p:nvSpPr>
        <p:spPr>
          <a:xfrm>
            <a:off x="283475" y="1096954"/>
            <a:ext cx="8575800" cy="27576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Clr>
                <a:schemeClr val="lt1"/>
              </a:buClr>
              <a:buSzPts val="3000"/>
              <a:buNone/>
              <a:defRPr/>
            </a:lvl1pPr>
            <a:lvl2pPr lvl="1" algn="ctr">
              <a:spcBef>
                <a:spcPts val="0"/>
              </a:spcBef>
              <a:spcAft>
                <a:spcPts val="0"/>
              </a:spcAft>
              <a:buSzPts val="4000"/>
              <a:buNone/>
              <a:defRPr/>
            </a:lvl2pPr>
            <a:lvl3pPr lvl="2" algn="ctr">
              <a:spcBef>
                <a:spcPts val="0"/>
              </a:spcBef>
              <a:spcAft>
                <a:spcPts val="0"/>
              </a:spcAft>
              <a:buSzPts val="4000"/>
              <a:buNone/>
              <a:defRPr/>
            </a:lvl3pPr>
            <a:lvl4pPr lvl="3" algn="ctr">
              <a:spcBef>
                <a:spcPts val="0"/>
              </a:spcBef>
              <a:spcAft>
                <a:spcPts val="0"/>
              </a:spcAft>
              <a:buSzPts val="4000"/>
              <a:buNone/>
              <a:defRPr/>
            </a:lvl4pPr>
            <a:lvl5pPr lvl="4" algn="ctr">
              <a:spcBef>
                <a:spcPts val="0"/>
              </a:spcBef>
              <a:spcAft>
                <a:spcPts val="0"/>
              </a:spcAft>
              <a:buSzPts val="4000"/>
              <a:buNone/>
              <a:defRPr/>
            </a:lvl5pPr>
            <a:lvl6pPr lvl="5" algn="ctr">
              <a:spcBef>
                <a:spcPts val="0"/>
              </a:spcBef>
              <a:spcAft>
                <a:spcPts val="0"/>
              </a:spcAft>
              <a:buSzPts val="4000"/>
              <a:buNone/>
              <a:defRPr/>
            </a:lvl6pPr>
            <a:lvl7pPr lvl="6" algn="ctr">
              <a:spcBef>
                <a:spcPts val="0"/>
              </a:spcBef>
              <a:spcAft>
                <a:spcPts val="0"/>
              </a:spcAft>
              <a:buSzPts val="4000"/>
              <a:buNone/>
              <a:defRPr/>
            </a:lvl7pPr>
            <a:lvl8pPr lvl="7" algn="ctr">
              <a:spcBef>
                <a:spcPts val="0"/>
              </a:spcBef>
              <a:spcAft>
                <a:spcPts val="0"/>
              </a:spcAft>
              <a:buSzPts val="4000"/>
              <a:buNone/>
              <a:defRPr/>
            </a:lvl8pPr>
            <a:lvl9pPr lvl="8" algn="ctr">
              <a:spcBef>
                <a:spcPts val="0"/>
              </a:spcBef>
              <a:spcAft>
                <a:spcPts val="0"/>
              </a:spcAft>
              <a:buSzPts val="4000"/>
              <a:buNone/>
              <a:defRPr/>
            </a:lvl9pPr>
          </a:lstStyle>
          <a:p/>
        </p:txBody>
      </p:sp>
      <p:sp>
        <p:nvSpPr>
          <p:cNvPr id="970" name="Google Shape;970;p58"/>
          <p:cNvSpPr txBox="1"/>
          <p:nvPr>
            <p:ph idx="1" type="subTitle"/>
          </p:nvPr>
        </p:nvSpPr>
        <p:spPr>
          <a:xfrm>
            <a:off x="289900" y="162300"/>
            <a:ext cx="2114700" cy="218400"/>
          </a:xfrm>
          <a:prstGeom prst="rect">
            <a:avLst/>
          </a:prstGeom>
        </p:spPr>
        <p:txBody>
          <a:bodyPr anchorCtr="0" anchor="t" bIns="0" lIns="0" spcFirstLastPara="1" rIns="0" wrap="square" tIns="0">
            <a:no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971" name="Google Shape;971;p58"/>
          <p:cNvSpPr txBox="1"/>
          <p:nvPr>
            <p:ph idx="2" type="subTitle"/>
          </p:nvPr>
        </p:nvSpPr>
        <p:spPr>
          <a:xfrm>
            <a:off x="4223400" y="162300"/>
            <a:ext cx="1775100" cy="218400"/>
          </a:xfrm>
          <a:prstGeom prst="rect">
            <a:avLst/>
          </a:prstGeom>
        </p:spPr>
        <p:txBody>
          <a:bodyPr anchorCtr="0" anchor="t" bIns="0" lIns="0" spcFirstLastPara="1" rIns="0" wrap="square" tIns="0">
            <a:noAutofit/>
          </a:bodyPr>
          <a:lstStyle>
            <a:lvl1pPr lvl="0">
              <a:spcBef>
                <a:spcPts val="0"/>
              </a:spcBef>
              <a:spcAft>
                <a:spcPts val="0"/>
              </a:spcAft>
              <a:buSzPts val="800"/>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972" name="Google Shape;972;p58"/>
          <p:cNvSpPr txBox="1"/>
          <p:nvPr>
            <p:ph idx="3" type="subTitle"/>
          </p:nvPr>
        </p:nvSpPr>
        <p:spPr>
          <a:xfrm>
            <a:off x="6571675" y="162300"/>
            <a:ext cx="2282400" cy="218400"/>
          </a:xfrm>
          <a:prstGeom prst="rect">
            <a:avLst/>
          </a:prstGeom>
        </p:spPr>
        <p:txBody>
          <a:bodyPr anchorCtr="0" anchor="t" bIns="0" lIns="0" spcFirstLastPara="1" rIns="0" wrap="square" tIns="0">
            <a:noAutofit/>
          </a:bodyPr>
          <a:lstStyle>
            <a:lvl1pPr lvl="0" algn="r">
              <a:spcBef>
                <a:spcPts val="0"/>
              </a:spcBef>
              <a:spcAft>
                <a:spcPts val="0"/>
              </a:spcAft>
              <a:buSzPts val="800"/>
              <a:buNone/>
              <a:defRPr sz="800"/>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973" name="Google Shape;973;p58"/>
          <p:cNvSpPr txBox="1"/>
          <p:nvPr/>
        </p:nvSpPr>
        <p:spPr>
          <a:xfrm>
            <a:off x="6720300" y="4683627"/>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lt1"/>
                </a:solidFill>
                <a:latin typeface="Urbanist Medium"/>
                <a:ea typeface="Urbanist Medium"/>
                <a:cs typeface="Urbanist Medium"/>
                <a:sym typeface="Urbanist Medium"/>
              </a:rPr>
              <a:t>‹#›</a:t>
            </a:fld>
            <a:endParaRPr sz="700">
              <a:solidFill>
                <a:schemeClr val="lt1"/>
              </a:solidFill>
              <a:latin typeface="Urbanist Medium"/>
              <a:ea typeface="Urbanist Medium"/>
              <a:cs typeface="Urbanist Medium"/>
              <a:sym typeface="Urbanist Medium"/>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type="title">
  <p:cSld name="TITLE">
    <p:spTree>
      <p:nvGrpSpPr>
        <p:cNvPr id="974" name="Shape 974"/>
        <p:cNvGrpSpPr/>
        <p:nvPr/>
      </p:nvGrpSpPr>
      <p:grpSpPr>
        <a:xfrm>
          <a:off x="0" y="0"/>
          <a:ext cx="0" cy="0"/>
          <a:chOff x="0" y="0"/>
          <a:chExt cx="0" cy="0"/>
        </a:xfrm>
      </p:grpSpPr>
      <p:sp>
        <p:nvSpPr>
          <p:cNvPr id="975" name="Google Shape;975;p5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976" name="Google Shape;976;p5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977" name="Google Shape;977;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type="tx">
  <p:cSld name="TITLE_AND_BODY">
    <p:spTree>
      <p:nvGrpSpPr>
        <p:cNvPr id="978" name="Shape 978"/>
        <p:cNvGrpSpPr/>
        <p:nvPr/>
      </p:nvGrpSpPr>
      <p:grpSpPr>
        <a:xfrm>
          <a:off x="0" y="0"/>
          <a:ext cx="0" cy="0"/>
          <a:chOff x="0" y="0"/>
          <a:chExt cx="0" cy="0"/>
        </a:xfrm>
      </p:grpSpPr>
      <p:sp>
        <p:nvSpPr>
          <p:cNvPr id="979" name="Google Shape;979;p6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80" name="Google Shape;980;p6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81" name="Google Shape;981;p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60" Type="http://schemas.openxmlformats.org/officeDocument/2006/relationships/theme" Target="../theme/theme2.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59" Type="http://schemas.openxmlformats.org/officeDocument/2006/relationships/slideLayout" Target="../slideLayouts/slideLayout59.xml"/><Relationship Id="rId14" Type="http://schemas.openxmlformats.org/officeDocument/2006/relationships/slideLayout" Target="../slideLayouts/slideLayout14.xml"/><Relationship Id="rId58" Type="http://schemas.openxmlformats.org/officeDocument/2006/relationships/slideLayout" Target="../slideLayouts/slideLayout5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lnSpc>
                <a:spcPct val="115000"/>
              </a:lnSpc>
              <a:spcBef>
                <a:spcPts val="800"/>
              </a:spcBef>
              <a:spcAft>
                <a:spcPts val="800"/>
              </a:spcAft>
              <a:buClr>
                <a:schemeClr val="lt1"/>
              </a:buClr>
              <a:buSzPts val="1200"/>
              <a:buFont typeface="Sora"/>
              <a:buChar char="■"/>
              <a:defRPr sz="1200">
                <a:solidFill>
                  <a:schemeClr val="lt1"/>
                </a:solidFill>
                <a:latin typeface="Sora"/>
                <a:ea typeface="Sora"/>
                <a:cs typeface="Sora"/>
                <a:sym typeface="Sora"/>
              </a:defRPr>
            </a:lvl9pPr>
          </a:lstStyle>
          <a:p/>
        </p:txBody>
      </p:sp>
      <p:sp>
        <p:nvSpPr>
          <p:cNvPr id="7" name="Google Shape;7;p1"/>
          <p:cNvSpPr txBox="1"/>
          <p:nvPr>
            <p:ph type="title"/>
          </p:nvPr>
        </p:nvSpPr>
        <p:spPr>
          <a:xfrm>
            <a:off x="402800" y="197225"/>
            <a:ext cx="6537900" cy="1254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IBM Plex Sans"/>
              <a:buNone/>
              <a:defRPr sz="3000">
                <a:solidFill>
                  <a:schemeClr val="lt1"/>
                </a:solidFill>
                <a:latin typeface="IBM Plex Sans"/>
                <a:ea typeface="IBM Plex Sans"/>
                <a:cs typeface="IBM Plex Sans"/>
                <a:sym typeface="IBM Plex Sans"/>
              </a:defRPr>
            </a:lvl1pPr>
            <a:lvl2pPr lvl="1">
              <a:spcBef>
                <a:spcPts val="0"/>
              </a:spcBef>
              <a:spcAft>
                <a:spcPts val="0"/>
              </a:spcAft>
              <a:buSzPts val="3000"/>
              <a:buFont typeface="IBM Plex Sans"/>
              <a:buNone/>
              <a:defRPr sz="3000">
                <a:latin typeface="IBM Plex Sans"/>
                <a:ea typeface="IBM Plex Sans"/>
                <a:cs typeface="IBM Plex Sans"/>
                <a:sym typeface="IBM Plex Sans"/>
              </a:defRPr>
            </a:lvl2pPr>
            <a:lvl3pPr lvl="2">
              <a:spcBef>
                <a:spcPts val="0"/>
              </a:spcBef>
              <a:spcAft>
                <a:spcPts val="0"/>
              </a:spcAft>
              <a:buSzPts val="3000"/>
              <a:buFont typeface="IBM Plex Sans"/>
              <a:buNone/>
              <a:defRPr sz="3000">
                <a:latin typeface="IBM Plex Sans"/>
                <a:ea typeface="IBM Plex Sans"/>
                <a:cs typeface="IBM Plex Sans"/>
                <a:sym typeface="IBM Plex Sans"/>
              </a:defRPr>
            </a:lvl3pPr>
            <a:lvl4pPr lvl="3">
              <a:spcBef>
                <a:spcPts val="0"/>
              </a:spcBef>
              <a:spcAft>
                <a:spcPts val="0"/>
              </a:spcAft>
              <a:buSzPts val="3000"/>
              <a:buFont typeface="IBM Plex Sans"/>
              <a:buNone/>
              <a:defRPr sz="3000">
                <a:latin typeface="IBM Plex Sans"/>
                <a:ea typeface="IBM Plex Sans"/>
                <a:cs typeface="IBM Plex Sans"/>
                <a:sym typeface="IBM Plex Sans"/>
              </a:defRPr>
            </a:lvl4pPr>
            <a:lvl5pPr lvl="4">
              <a:spcBef>
                <a:spcPts val="0"/>
              </a:spcBef>
              <a:spcAft>
                <a:spcPts val="0"/>
              </a:spcAft>
              <a:buSzPts val="3000"/>
              <a:buFont typeface="IBM Plex Sans"/>
              <a:buNone/>
              <a:defRPr sz="3000">
                <a:latin typeface="IBM Plex Sans"/>
                <a:ea typeface="IBM Plex Sans"/>
                <a:cs typeface="IBM Plex Sans"/>
                <a:sym typeface="IBM Plex Sans"/>
              </a:defRPr>
            </a:lvl5pPr>
            <a:lvl6pPr lvl="5">
              <a:spcBef>
                <a:spcPts val="0"/>
              </a:spcBef>
              <a:spcAft>
                <a:spcPts val="0"/>
              </a:spcAft>
              <a:buSzPts val="3000"/>
              <a:buFont typeface="IBM Plex Sans"/>
              <a:buNone/>
              <a:defRPr sz="3000">
                <a:latin typeface="IBM Plex Sans"/>
                <a:ea typeface="IBM Plex Sans"/>
                <a:cs typeface="IBM Plex Sans"/>
                <a:sym typeface="IBM Plex Sans"/>
              </a:defRPr>
            </a:lvl6pPr>
            <a:lvl7pPr lvl="6">
              <a:spcBef>
                <a:spcPts val="0"/>
              </a:spcBef>
              <a:spcAft>
                <a:spcPts val="0"/>
              </a:spcAft>
              <a:buSzPts val="3000"/>
              <a:buFont typeface="IBM Plex Sans"/>
              <a:buNone/>
              <a:defRPr sz="3000">
                <a:latin typeface="IBM Plex Sans"/>
                <a:ea typeface="IBM Plex Sans"/>
                <a:cs typeface="IBM Plex Sans"/>
                <a:sym typeface="IBM Plex Sans"/>
              </a:defRPr>
            </a:lvl7pPr>
            <a:lvl8pPr lvl="7">
              <a:spcBef>
                <a:spcPts val="0"/>
              </a:spcBef>
              <a:spcAft>
                <a:spcPts val="0"/>
              </a:spcAft>
              <a:buSzPts val="3000"/>
              <a:buFont typeface="IBM Plex Sans"/>
              <a:buNone/>
              <a:defRPr sz="3000">
                <a:latin typeface="IBM Plex Sans"/>
                <a:ea typeface="IBM Plex Sans"/>
                <a:cs typeface="IBM Plex Sans"/>
                <a:sym typeface="IBM Plex Sans"/>
              </a:defRPr>
            </a:lvl8pPr>
            <a:lvl9pPr lvl="8">
              <a:spcBef>
                <a:spcPts val="0"/>
              </a:spcBef>
              <a:spcAft>
                <a:spcPts val="0"/>
              </a:spcAft>
              <a:buSzPts val="3000"/>
              <a:buFont typeface="IBM Plex Sans"/>
              <a:buNone/>
              <a:defRPr sz="3000">
                <a:latin typeface="IBM Plex Sans"/>
                <a:ea typeface="IBM Plex Sans"/>
                <a:cs typeface="IBM Plex Sans"/>
                <a:sym typeface="IBM Plex Sans"/>
              </a:defRPr>
            </a:lvl9pPr>
          </a:lstStyle>
          <a:p/>
        </p:txBody>
      </p:sp>
      <p:sp>
        <p:nvSpPr>
          <p:cNvPr id="8" name="Google Shape;8;p1"/>
          <p:cNvSpPr txBox="1"/>
          <p:nvPr>
            <p:ph idx="2" type="body"/>
          </p:nvPr>
        </p:nvSpPr>
        <p:spPr>
          <a:xfrm>
            <a:off x="3439325" y="1502775"/>
            <a:ext cx="5344800" cy="24399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9.xml"/><Relationship Id="rId3" Type="http://schemas.openxmlformats.org/officeDocument/2006/relationships/hyperlink" Target="https://beatmap.live/search" TargetMode="External"/><Relationship Id="rId4" Type="http://schemas.openxmlformats.org/officeDocument/2006/relationships/image" Target="../media/image1.png"/><Relationship Id="rId5"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2.xml"/><Relationship Id="rId3" Type="http://schemas.openxmlformats.org/officeDocument/2006/relationships/hyperlink" Target="https://beatmap.live:8003/docs" TargetMode="External"/><Relationship Id="rId4" Type="http://schemas.openxmlformats.org/officeDocument/2006/relationships/hyperlink" Target="https://beatmap.liv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sp>
        <p:nvSpPr>
          <p:cNvPr id="986" name="Google Shape;986;p61"/>
          <p:cNvSpPr txBox="1"/>
          <p:nvPr>
            <p:ph idx="2" type="subTitle"/>
          </p:nvPr>
        </p:nvSpPr>
        <p:spPr>
          <a:xfrm>
            <a:off x="138475" y="228600"/>
            <a:ext cx="2164500" cy="338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latin typeface="Sora"/>
                <a:ea typeface="Sora"/>
                <a:cs typeface="Sora"/>
                <a:sym typeface="Sora"/>
              </a:rPr>
              <a:t>BeatMap</a:t>
            </a:r>
            <a:endParaRPr>
              <a:latin typeface="Sora"/>
              <a:ea typeface="Sora"/>
              <a:cs typeface="Sora"/>
              <a:sym typeface="Sora"/>
            </a:endParaRPr>
          </a:p>
          <a:p>
            <a:pPr indent="0" lvl="0" marL="0" rtl="0" algn="l">
              <a:lnSpc>
                <a:spcPct val="115000"/>
              </a:lnSpc>
              <a:spcBef>
                <a:spcPts val="0"/>
              </a:spcBef>
              <a:spcAft>
                <a:spcPts val="0"/>
              </a:spcAft>
              <a:buNone/>
            </a:pPr>
            <a:r>
              <a:rPr lang="en">
                <a:latin typeface="Sora"/>
                <a:ea typeface="Sora"/>
                <a:cs typeface="Sora"/>
                <a:sym typeface="Sora"/>
              </a:rPr>
              <a:t>October 2025</a:t>
            </a:r>
            <a:endParaRPr>
              <a:latin typeface="Sora"/>
              <a:ea typeface="Sora"/>
              <a:cs typeface="Sora"/>
              <a:sym typeface="Sora"/>
            </a:endParaRPr>
          </a:p>
        </p:txBody>
      </p:sp>
      <p:sp>
        <p:nvSpPr>
          <p:cNvPr id="987" name="Google Shape;987;p61"/>
          <p:cNvSpPr txBox="1"/>
          <p:nvPr>
            <p:ph type="title"/>
          </p:nvPr>
        </p:nvSpPr>
        <p:spPr>
          <a:xfrm>
            <a:off x="69050" y="2923675"/>
            <a:ext cx="5876700" cy="1413000"/>
          </a:xfrm>
          <a:prstGeom prst="rect">
            <a:avLst/>
          </a:prstGeom>
        </p:spPr>
        <p:txBody>
          <a:bodyPr anchorCtr="0" anchor="b" bIns="91425" lIns="91425" spcFirstLastPara="1" rIns="91425" wrap="square" tIns="91425">
            <a:noAutofit/>
          </a:bodyPr>
          <a:lstStyle/>
          <a:p>
            <a:pPr indent="0" lvl="0" marL="0" rtl="0" algn="l">
              <a:lnSpc>
                <a:spcPct val="90000"/>
              </a:lnSpc>
              <a:spcBef>
                <a:spcPts val="0"/>
              </a:spcBef>
              <a:spcAft>
                <a:spcPts val="0"/>
              </a:spcAft>
              <a:buNone/>
            </a:pPr>
            <a:r>
              <a:rPr lang="en" sz="4500">
                <a:solidFill>
                  <a:schemeClr val="lt1"/>
                </a:solidFill>
              </a:rPr>
              <a:t>Beatmap</a:t>
            </a:r>
            <a:endParaRPr sz="4500">
              <a:solidFill>
                <a:schemeClr val="lt1"/>
              </a:solidFill>
            </a:endParaRPr>
          </a:p>
          <a:p>
            <a:pPr indent="0" lvl="0" marL="0" rtl="0" algn="l">
              <a:lnSpc>
                <a:spcPct val="90000"/>
              </a:lnSpc>
              <a:spcBef>
                <a:spcPts val="0"/>
              </a:spcBef>
              <a:spcAft>
                <a:spcPts val="0"/>
              </a:spcAft>
              <a:buNone/>
            </a:pPr>
            <a:r>
              <a:rPr lang="en">
                <a:solidFill>
                  <a:srgbClr val="E3DFD6"/>
                </a:solidFill>
              </a:rPr>
              <a:t>BeatMap</a:t>
            </a:r>
            <a:endParaRPr>
              <a:solidFill>
                <a:srgbClr val="E3DFD6"/>
              </a:solidFill>
            </a:endParaRPr>
          </a:p>
          <a:p>
            <a:pPr indent="0" lvl="0" marL="0" rtl="0" algn="l">
              <a:lnSpc>
                <a:spcPct val="90000"/>
              </a:lnSpc>
              <a:spcBef>
                <a:spcPts val="0"/>
              </a:spcBef>
              <a:spcAft>
                <a:spcPts val="0"/>
              </a:spcAft>
              <a:buNone/>
            </a:pPr>
            <a:r>
              <a:rPr lang="en" sz="5400">
                <a:solidFill>
                  <a:srgbClr val="E3DFD6"/>
                </a:solidFill>
              </a:rPr>
              <a:t>Iteration 2</a:t>
            </a:r>
            <a:endParaRPr sz="5400">
              <a:solidFill>
                <a:srgbClr val="E3DFD6"/>
              </a:solidFill>
            </a:endParaRPr>
          </a:p>
        </p:txBody>
      </p:sp>
      <p:sp>
        <p:nvSpPr>
          <p:cNvPr id="988" name="Google Shape;988;p61"/>
          <p:cNvSpPr txBox="1"/>
          <p:nvPr>
            <p:ph idx="1" type="subTitle"/>
          </p:nvPr>
        </p:nvSpPr>
        <p:spPr>
          <a:xfrm>
            <a:off x="138475" y="4119775"/>
            <a:ext cx="4922100" cy="739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Sora"/>
                <a:ea typeface="Sora"/>
                <a:cs typeface="Sora"/>
                <a:sym typeface="Sora"/>
              </a:rPr>
              <a:t>S. Akerman, E. Cavallero, Z. Cheng, G. Grimaylo, M. Laszlo, Z. Liao</a:t>
            </a:r>
            <a:endParaRPr>
              <a:latin typeface="Sora"/>
              <a:ea typeface="Sora"/>
              <a:cs typeface="Sora"/>
              <a:sym typeface="Sora"/>
            </a:endParaRPr>
          </a:p>
        </p:txBody>
      </p:sp>
      <p:pic>
        <p:nvPicPr>
          <p:cNvPr id="989" name="Google Shape;989;p61" title="Beatmap Logo (1).png"/>
          <p:cNvPicPr preferRelativeResize="0"/>
          <p:nvPr>
            <p:ph idx="2" type="pic"/>
          </p:nvPr>
        </p:nvPicPr>
        <p:blipFill rotWithShape="1">
          <a:blip r:embed="rId3">
            <a:alphaModFix/>
          </a:blip>
          <a:srcRect b="119" l="0" r="0" t="119"/>
          <a:stretch/>
        </p:blipFill>
        <p:spPr>
          <a:xfrm>
            <a:off x="6598200" y="2527800"/>
            <a:ext cx="1608000" cy="1620000"/>
          </a:xfrm>
          <a:prstGeom prst="roundRect">
            <a:avLst>
              <a:gd fmla="val 16667" name="adj"/>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sp>
        <p:nvSpPr>
          <p:cNvPr id="994" name="Google Shape;994;p62"/>
          <p:cNvSpPr txBox="1"/>
          <p:nvPr>
            <p:ph idx="3" type="title"/>
          </p:nvPr>
        </p:nvSpPr>
        <p:spPr>
          <a:xfrm>
            <a:off x="402450" y="410175"/>
            <a:ext cx="3941700" cy="683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Contents</a:t>
            </a:r>
            <a:endParaRPr/>
          </a:p>
        </p:txBody>
      </p:sp>
      <p:sp>
        <p:nvSpPr>
          <p:cNvPr id="995" name="Google Shape;995;p62"/>
          <p:cNvSpPr txBox="1"/>
          <p:nvPr>
            <p:ph idx="17" type="title"/>
          </p:nvPr>
        </p:nvSpPr>
        <p:spPr>
          <a:xfrm>
            <a:off x="228600" y="4748070"/>
            <a:ext cx="1939200" cy="189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Sep.2025</a:t>
            </a:r>
            <a:endParaRPr/>
          </a:p>
        </p:txBody>
      </p:sp>
      <p:sp>
        <p:nvSpPr>
          <p:cNvPr id="996" name="Google Shape;996;p62"/>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BeatMap</a:t>
            </a:r>
            <a:endParaRPr/>
          </a:p>
        </p:txBody>
      </p:sp>
      <p:sp>
        <p:nvSpPr>
          <p:cNvPr id="997" name="Google Shape;997;p62"/>
          <p:cNvSpPr txBox="1"/>
          <p:nvPr/>
        </p:nvSpPr>
        <p:spPr>
          <a:xfrm>
            <a:off x="563700" y="1343100"/>
            <a:ext cx="7922700" cy="2899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200">
                <a:solidFill>
                  <a:srgbClr val="666666"/>
                </a:solidFill>
                <a:latin typeface="Sora"/>
                <a:ea typeface="Sora"/>
                <a:cs typeface="Sora"/>
                <a:sym typeface="Sora"/>
              </a:rPr>
              <a:t>1. 	</a:t>
            </a:r>
            <a:r>
              <a:rPr lang="en" sz="1800">
                <a:solidFill>
                  <a:srgbClr val="434343"/>
                </a:solidFill>
                <a:latin typeface="Sora SemiBold"/>
                <a:ea typeface="Sora SemiBold"/>
                <a:cs typeface="Sora SemiBold"/>
                <a:sym typeface="Sora SemiBold"/>
              </a:rPr>
              <a:t>Iteration 2 Summary</a:t>
            </a:r>
            <a:endParaRPr sz="1000">
              <a:solidFill>
                <a:srgbClr val="434343"/>
              </a:solidFill>
              <a:latin typeface="Sora SemiBold"/>
              <a:ea typeface="Sora SemiBold"/>
              <a:cs typeface="Sora SemiBold"/>
              <a:sym typeface="Sora SemiBold"/>
            </a:endParaRPr>
          </a:p>
          <a:p>
            <a:pPr indent="0" lvl="0" marL="0" rtl="0" algn="l">
              <a:lnSpc>
                <a:spcPct val="150000"/>
              </a:lnSpc>
              <a:spcBef>
                <a:spcPts val="0"/>
              </a:spcBef>
              <a:spcAft>
                <a:spcPts val="0"/>
              </a:spcAft>
              <a:buNone/>
            </a:pPr>
            <a:r>
              <a:rPr lang="en" sz="1200">
                <a:solidFill>
                  <a:srgbClr val="666666"/>
                </a:solidFill>
                <a:latin typeface="Sora"/>
                <a:ea typeface="Sora"/>
                <a:cs typeface="Sora"/>
                <a:sym typeface="Sora"/>
              </a:rPr>
              <a:t>2.	</a:t>
            </a:r>
            <a:r>
              <a:rPr lang="en" sz="1800">
                <a:solidFill>
                  <a:srgbClr val="434343"/>
                </a:solidFill>
                <a:latin typeface="Sora SemiBold"/>
                <a:ea typeface="Sora SemiBold"/>
                <a:cs typeface="Sora SemiBold"/>
                <a:sym typeface="Sora SemiBold"/>
              </a:rPr>
              <a:t>Groq AI</a:t>
            </a:r>
            <a:endParaRPr sz="1800">
              <a:solidFill>
                <a:srgbClr val="434343"/>
              </a:solidFill>
              <a:latin typeface="Sora SemiBold"/>
              <a:ea typeface="Sora SemiBold"/>
              <a:cs typeface="Sora SemiBold"/>
              <a:sym typeface="Sora SemiBold"/>
            </a:endParaRPr>
          </a:p>
          <a:p>
            <a:pPr indent="0" lvl="0" marL="0" rtl="0" algn="l">
              <a:lnSpc>
                <a:spcPct val="150000"/>
              </a:lnSpc>
              <a:spcBef>
                <a:spcPts val="0"/>
              </a:spcBef>
              <a:spcAft>
                <a:spcPts val="0"/>
              </a:spcAft>
              <a:buNone/>
            </a:pPr>
            <a:r>
              <a:rPr lang="en" sz="1200">
                <a:solidFill>
                  <a:srgbClr val="666666"/>
                </a:solidFill>
                <a:latin typeface="Sora"/>
                <a:ea typeface="Sora"/>
                <a:cs typeface="Sora"/>
                <a:sym typeface="Sora"/>
              </a:rPr>
              <a:t>3.	</a:t>
            </a:r>
            <a:r>
              <a:rPr lang="en" sz="1800">
                <a:solidFill>
                  <a:srgbClr val="434343"/>
                </a:solidFill>
                <a:latin typeface="Sora SemiBold"/>
                <a:ea typeface="Sora SemiBold"/>
                <a:cs typeface="Sora SemiBold"/>
                <a:sym typeface="Sora SemiBold"/>
              </a:rPr>
              <a:t>HTTPS Overview</a:t>
            </a:r>
            <a:endParaRPr sz="1800">
              <a:solidFill>
                <a:srgbClr val="434343"/>
              </a:solidFill>
              <a:latin typeface="Sora SemiBold"/>
              <a:ea typeface="Sora SemiBold"/>
              <a:cs typeface="Sora SemiBold"/>
              <a:sym typeface="Sora SemiBold"/>
            </a:endParaRPr>
          </a:p>
          <a:p>
            <a:pPr indent="0" lvl="0" marL="0" rtl="0" algn="l">
              <a:lnSpc>
                <a:spcPct val="150000"/>
              </a:lnSpc>
              <a:spcBef>
                <a:spcPts val="0"/>
              </a:spcBef>
              <a:spcAft>
                <a:spcPts val="0"/>
              </a:spcAft>
              <a:buNone/>
            </a:pPr>
            <a:r>
              <a:rPr lang="en" sz="1000">
                <a:solidFill>
                  <a:srgbClr val="666666"/>
                </a:solidFill>
                <a:latin typeface="Sora"/>
                <a:ea typeface="Sora"/>
                <a:cs typeface="Sora"/>
                <a:sym typeface="Sora"/>
              </a:rPr>
              <a:t>4.	</a:t>
            </a:r>
            <a:r>
              <a:rPr lang="en" sz="1800">
                <a:solidFill>
                  <a:srgbClr val="434343"/>
                </a:solidFill>
                <a:latin typeface="Sora SemiBold"/>
                <a:ea typeface="Sora SemiBold"/>
                <a:cs typeface="Sora SemiBold"/>
                <a:sym typeface="Sora SemiBold"/>
              </a:rPr>
              <a:t>SSL Overview</a:t>
            </a:r>
            <a:endParaRPr sz="1800">
              <a:solidFill>
                <a:srgbClr val="434343"/>
              </a:solidFill>
              <a:latin typeface="Sora SemiBold"/>
              <a:ea typeface="Sora SemiBold"/>
              <a:cs typeface="Sora SemiBold"/>
              <a:sym typeface="Sora SemiBold"/>
            </a:endParaRPr>
          </a:p>
          <a:p>
            <a:pPr indent="0" lvl="0" marL="0" rtl="0" algn="l">
              <a:lnSpc>
                <a:spcPct val="150000"/>
              </a:lnSpc>
              <a:spcBef>
                <a:spcPts val="0"/>
              </a:spcBef>
              <a:spcAft>
                <a:spcPts val="0"/>
              </a:spcAft>
              <a:buNone/>
            </a:pPr>
            <a:r>
              <a:rPr lang="en" sz="1000">
                <a:solidFill>
                  <a:srgbClr val="666666"/>
                </a:solidFill>
                <a:latin typeface="Sora"/>
                <a:ea typeface="Sora"/>
                <a:cs typeface="Sora"/>
                <a:sym typeface="Sora"/>
              </a:rPr>
              <a:t>5.	</a:t>
            </a:r>
            <a:r>
              <a:rPr lang="en" sz="1800">
                <a:solidFill>
                  <a:srgbClr val="434343"/>
                </a:solidFill>
                <a:latin typeface="Sora SemiBold"/>
                <a:ea typeface="Sora SemiBold"/>
                <a:cs typeface="Sora SemiBold"/>
                <a:sym typeface="Sora SemiBold"/>
              </a:rPr>
              <a:t>Demo 1: Sending preferences to AI with personalized results</a:t>
            </a:r>
            <a:endParaRPr sz="1800">
              <a:solidFill>
                <a:srgbClr val="434343"/>
              </a:solidFill>
              <a:latin typeface="Sora SemiBold"/>
              <a:ea typeface="Sora SemiBold"/>
              <a:cs typeface="Sora SemiBold"/>
              <a:sym typeface="Sora SemiBold"/>
            </a:endParaRPr>
          </a:p>
          <a:p>
            <a:pPr indent="0" lvl="0" marL="0" rtl="0" algn="l">
              <a:lnSpc>
                <a:spcPct val="150000"/>
              </a:lnSpc>
              <a:spcBef>
                <a:spcPts val="0"/>
              </a:spcBef>
              <a:spcAft>
                <a:spcPts val="0"/>
              </a:spcAft>
              <a:buNone/>
            </a:pPr>
            <a:r>
              <a:rPr lang="en" sz="1200">
                <a:solidFill>
                  <a:srgbClr val="666666"/>
                </a:solidFill>
                <a:latin typeface="Sora"/>
                <a:ea typeface="Sora"/>
                <a:cs typeface="Sora"/>
                <a:sym typeface="Sora"/>
              </a:rPr>
              <a:t>6.	</a:t>
            </a:r>
            <a:r>
              <a:rPr lang="en" sz="1800">
                <a:solidFill>
                  <a:srgbClr val="434343"/>
                </a:solidFill>
                <a:latin typeface="Sora SemiBold"/>
                <a:ea typeface="Sora SemiBold"/>
                <a:cs typeface="Sora SemiBold"/>
                <a:sym typeface="Sora SemiBold"/>
              </a:rPr>
              <a:t>Demo 2: Front-end to Back-end with AI &amp; HTTPS</a:t>
            </a:r>
            <a:endParaRPr sz="1800">
              <a:solidFill>
                <a:srgbClr val="434343"/>
              </a:solidFill>
              <a:latin typeface="Sora SemiBold"/>
              <a:ea typeface="Sora SemiBold"/>
              <a:cs typeface="Sora SemiBold"/>
              <a:sym typeface="Sora SemiBold"/>
            </a:endParaRPr>
          </a:p>
          <a:p>
            <a:pPr indent="0" lvl="0" marL="0" rtl="0" algn="l">
              <a:lnSpc>
                <a:spcPct val="150000"/>
              </a:lnSpc>
              <a:spcBef>
                <a:spcPts val="0"/>
              </a:spcBef>
              <a:spcAft>
                <a:spcPts val="0"/>
              </a:spcAft>
              <a:buNone/>
            </a:pPr>
            <a:r>
              <a:rPr lang="en" sz="1200">
                <a:solidFill>
                  <a:srgbClr val="666666"/>
                </a:solidFill>
                <a:latin typeface="Sora"/>
                <a:ea typeface="Sora"/>
                <a:cs typeface="Sora"/>
                <a:sym typeface="Sora"/>
              </a:rPr>
              <a:t>7.	</a:t>
            </a:r>
            <a:r>
              <a:rPr lang="en" sz="1800">
                <a:solidFill>
                  <a:srgbClr val="434343"/>
                </a:solidFill>
                <a:latin typeface="Sora SemiBold"/>
                <a:ea typeface="Sora SemiBold"/>
                <a:cs typeface="Sora SemiBold"/>
                <a:sym typeface="Sora SemiBold"/>
              </a:rPr>
              <a:t>Next Steps(Iteration 3)</a:t>
            </a:r>
            <a:endParaRPr sz="1200">
              <a:solidFill>
                <a:srgbClr val="666666"/>
              </a:solidFill>
              <a:latin typeface="Sora"/>
              <a:ea typeface="Sora"/>
              <a:cs typeface="Sora"/>
              <a:sym typeface="Sora"/>
            </a:endParaRPr>
          </a:p>
          <a:p>
            <a:pPr indent="0" lvl="0" marL="0" rtl="0" algn="l">
              <a:lnSpc>
                <a:spcPct val="115000"/>
              </a:lnSpc>
              <a:spcBef>
                <a:spcPts val="0"/>
              </a:spcBef>
              <a:spcAft>
                <a:spcPts val="0"/>
              </a:spcAft>
              <a:buNone/>
            </a:pPr>
            <a:r>
              <a:t/>
            </a:r>
            <a:endParaRPr sz="1200">
              <a:solidFill>
                <a:srgbClr val="666666"/>
              </a:solidFill>
              <a:latin typeface="Sora"/>
              <a:ea typeface="Sora"/>
              <a:cs typeface="Sora"/>
              <a:sym typeface="Sora"/>
            </a:endParaRPr>
          </a:p>
          <a:p>
            <a:pPr indent="0" lvl="0" marL="0" rtl="0" algn="l">
              <a:lnSpc>
                <a:spcPct val="115000"/>
              </a:lnSpc>
              <a:spcBef>
                <a:spcPts val="0"/>
              </a:spcBef>
              <a:spcAft>
                <a:spcPts val="0"/>
              </a:spcAft>
              <a:buNone/>
            </a:pPr>
            <a:r>
              <a:t/>
            </a:r>
            <a:endParaRPr sz="1200">
              <a:solidFill>
                <a:schemeClr val="lt1"/>
              </a:solidFill>
              <a:latin typeface="Sora"/>
              <a:ea typeface="Sora"/>
              <a:cs typeface="Sora"/>
              <a:sym typeface="Sor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63"/>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Sep.2025</a:t>
            </a:r>
            <a:endParaRPr/>
          </a:p>
        </p:txBody>
      </p:sp>
      <p:sp>
        <p:nvSpPr>
          <p:cNvPr id="1003" name="Google Shape;1003;p63"/>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BeatMap</a:t>
            </a:r>
            <a:endParaRPr/>
          </a:p>
        </p:txBody>
      </p:sp>
      <p:sp>
        <p:nvSpPr>
          <p:cNvPr id="1004" name="Google Shape;1004;p63"/>
          <p:cNvSpPr txBox="1"/>
          <p:nvPr>
            <p:ph idx="4294967295" type="title"/>
          </p:nvPr>
        </p:nvSpPr>
        <p:spPr>
          <a:xfrm>
            <a:off x="405318" y="459834"/>
            <a:ext cx="8173200" cy="71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700"/>
              <a:t>Iteration 2 Summary - What we did</a:t>
            </a:r>
            <a:endParaRPr sz="3700"/>
          </a:p>
        </p:txBody>
      </p:sp>
      <p:sp>
        <p:nvSpPr>
          <p:cNvPr id="1005" name="Google Shape;1005;p63"/>
          <p:cNvSpPr txBox="1"/>
          <p:nvPr/>
        </p:nvSpPr>
        <p:spPr>
          <a:xfrm>
            <a:off x="627300" y="1592625"/>
            <a:ext cx="6468600" cy="2640900"/>
          </a:xfrm>
          <a:prstGeom prst="rect">
            <a:avLst/>
          </a:prstGeom>
          <a:noFill/>
          <a:ln>
            <a:noFill/>
          </a:ln>
        </p:spPr>
        <p:txBody>
          <a:bodyPr anchorCtr="0" anchor="t" bIns="91425" lIns="91425" spcFirstLastPara="1" rIns="91425" wrap="square" tIns="91425">
            <a:noAutofit/>
          </a:bodyPr>
          <a:lstStyle/>
          <a:p>
            <a:pPr indent="-304800" lvl="0" marL="457200" rtl="0" algn="l">
              <a:lnSpc>
                <a:spcPct val="200000"/>
              </a:lnSpc>
              <a:spcBef>
                <a:spcPts val="0"/>
              </a:spcBef>
              <a:spcAft>
                <a:spcPts val="0"/>
              </a:spcAft>
              <a:buClr>
                <a:schemeClr val="lt1"/>
              </a:buClr>
              <a:buSzPts val="1200"/>
              <a:buFont typeface="Sora"/>
              <a:buChar char="●"/>
            </a:pPr>
            <a:r>
              <a:rPr b="1" lang="en" sz="1100">
                <a:latin typeface="Sora"/>
                <a:ea typeface="Sora"/>
                <a:cs typeface="Sora"/>
                <a:sym typeface="Sora"/>
              </a:rPr>
              <a:t>AI Integration</a:t>
            </a:r>
            <a:r>
              <a:rPr lang="en" sz="1100">
                <a:latin typeface="Sora"/>
                <a:ea typeface="Sora"/>
                <a:cs typeface="Sora"/>
                <a:sym typeface="Sora"/>
              </a:rPr>
              <a:t> (Groq LLM microservice) – enables natural-language concert searches and personalized recommendations</a:t>
            </a:r>
            <a:br>
              <a:rPr lang="en" sz="1100">
                <a:latin typeface="Sora"/>
                <a:ea typeface="Sora"/>
                <a:cs typeface="Sora"/>
                <a:sym typeface="Sora"/>
              </a:rPr>
            </a:br>
            <a:endParaRPr sz="1100">
              <a:latin typeface="Sora"/>
              <a:ea typeface="Sora"/>
              <a:cs typeface="Sora"/>
              <a:sym typeface="Sora"/>
            </a:endParaRPr>
          </a:p>
          <a:p>
            <a:pPr indent="-304800" lvl="0" marL="457200" rtl="0" algn="l">
              <a:lnSpc>
                <a:spcPct val="200000"/>
              </a:lnSpc>
              <a:spcBef>
                <a:spcPts val="0"/>
              </a:spcBef>
              <a:spcAft>
                <a:spcPts val="0"/>
              </a:spcAft>
              <a:buClr>
                <a:schemeClr val="lt1"/>
              </a:buClr>
              <a:buSzPts val="1200"/>
              <a:buFont typeface="Sora"/>
              <a:buChar char="●"/>
            </a:pPr>
            <a:r>
              <a:rPr b="1" lang="en" sz="1100">
                <a:latin typeface="Sora"/>
                <a:ea typeface="Sora"/>
                <a:cs typeface="Sora"/>
                <a:sym typeface="Sora"/>
              </a:rPr>
              <a:t>HTTPS &amp; SSL Security</a:t>
            </a:r>
            <a:r>
              <a:rPr lang="en" sz="1100">
                <a:latin typeface="Sora"/>
                <a:ea typeface="Sora"/>
                <a:cs typeface="Sora"/>
                <a:sym typeface="Sora"/>
              </a:rPr>
              <a:t> – all backend communication secured for production-ready deployment</a:t>
            </a:r>
            <a:br>
              <a:rPr lang="en" sz="1100">
                <a:latin typeface="Sora"/>
                <a:ea typeface="Sora"/>
                <a:cs typeface="Sora"/>
                <a:sym typeface="Sora"/>
              </a:rPr>
            </a:br>
            <a:endParaRPr sz="1100">
              <a:latin typeface="Sora"/>
              <a:ea typeface="Sora"/>
              <a:cs typeface="Sora"/>
              <a:sym typeface="Sora"/>
            </a:endParaRPr>
          </a:p>
          <a:p>
            <a:pPr indent="-304800" lvl="0" marL="457200" rtl="0" algn="l">
              <a:lnSpc>
                <a:spcPct val="200000"/>
              </a:lnSpc>
              <a:spcBef>
                <a:spcPts val="0"/>
              </a:spcBef>
              <a:spcAft>
                <a:spcPts val="0"/>
              </a:spcAft>
              <a:buClr>
                <a:schemeClr val="lt1"/>
              </a:buClr>
              <a:buSzPts val="1200"/>
              <a:buFont typeface="Sora"/>
              <a:buChar char="●"/>
            </a:pPr>
            <a:r>
              <a:rPr b="1" lang="en" sz="1100">
                <a:latin typeface="Sora"/>
                <a:ea typeface="Sora"/>
                <a:cs typeface="Sora"/>
                <a:sym typeface="Sora"/>
              </a:rPr>
              <a:t>Backend /Frontend Integration</a:t>
            </a:r>
            <a:r>
              <a:rPr lang="en" sz="1100">
                <a:latin typeface="Sora"/>
                <a:ea typeface="Sora"/>
                <a:cs typeface="Sora"/>
                <a:sym typeface="Sora"/>
              </a:rPr>
              <a:t> – full REST API pipeline working between React frontend and FastAPI backend</a:t>
            </a:r>
            <a:endParaRPr sz="1200">
              <a:solidFill>
                <a:schemeClr val="lt1"/>
              </a:solidFill>
              <a:latin typeface="Poppins SemiBold"/>
              <a:ea typeface="Poppins SemiBold"/>
              <a:cs typeface="Poppins SemiBold"/>
              <a:sym typeface="Poppins SemiBold"/>
            </a:endParaRPr>
          </a:p>
          <a:p>
            <a:pPr indent="0" lvl="0" marL="0" rtl="0" algn="l">
              <a:spcBef>
                <a:spcPts val="0"/>
              </a:spcBef>
              <a:spcAft>
                <a:spcPts val="0"/>
              </a:spcAft>
              <a:buNone/>
            </a:pPr>
            <a:r>
              <a:rPr lang="en" sz="1100">
                <a:solidFill>
                  <a:schemeClr val="lt1"/>
                </a:solidFill>
                <a:latin typeface="Urbanist"/>
                <a:ea typeface="Urbanist"/>
                <a:cs typeface="Urbanist"/>
                <a:sym typeface="Urbanist"/>
              </a:rPr>
              <a:t> </a:t>
            </a:r>
            <a:endParaRPr sz="1100">
              <a:solidFill>
                <a:schemeClr val="lt1"/>
              </a:solidFill>
              <a:latin typeface="Urbanist"/>
              <a:ea typeface="Urbanist"/>
              <a:cs typeface="Urbanist"/>
              <a:sym typeface="Urbanis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p64"/>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Sep.2025</a:t>
            </a:r>
            <a:endParaRPr/>
          </a:p>
        </p:txBody>
      </p:sp>
      <p:sp>
        <p:nvSpPr>
          <p:cNvPr id="1011" name="Google Shape;1011;p64"/>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BeatMap</a:t>
            </a:r>
            <a:endParaRPr/>
          </a:p>
        </p:txBody>
      </p:sp>
      <p:sp>
        <p:nvSpPr>
          <p:cNvPr id="1012" name="Google Shape;1012;p64"/>
          <p:cNvSpPr txBox="1"/>
          <p:nvPr>
            <p:ph idx="4294967295" type="title"/>
          </p:nvPr>
        </p:nvSpPr>
        <p:spPr>
          <a:xfrm>
            <a:off x="627293" y="457209"/>
            <a:ext cx="8173200" cy="71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900"/>
              <a:t>AI Integration</a:t>
            </a:r>
            <a:endParaRPr sz="3900"/>
          </a:p>
        </p:txBody>
      </p:sp>
      <p:sp>
        <p:nvSpPr>
          <p:cNvPr id="1013" name="Google Shape;1013;p64"/>
          <p:cNvSpPr txBox="1"/>
          <p:nvPr/>
        </p:nvSpPr>
        <p:spPr>
          <a:xfrm>
            <a:off x="627300" y="1251300"/>
            <a:ext cx="6468600" cy="2640900"/>
          </a:xfrm>
          <a:prstGeom prst="rect">
            <a:avLst/>
          </a:prstGeom>
          <a:noFill/>
          <a:ln>
            <a:noFill/>
          </a:ln>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rPr b="1" lang="en" sz="1100">
                <a:latin typeface="Sora"/>
                <a:ea typeface="Sora"/>
                <a:cs typeface="Sora"/>
                <a:sym typeface="Sora"/>
              </a:rPr>
              <a:t>What is Groq?</a:t>
            </a:r>
            <a:endParaRPr b="1" sz="1100">
              <a:latin typeface="Sora"/>
              <a:ea typeface="Sora"/>
              <a:cs typeface="Sora"/>
              <a:sym typeface="Sora"/>
            </a:endParaRPr>
          </a:p>
          <a:p>
            <a:pPr indent="-304800" lvl="0" marL="457200" rtl="0" algn="l">
              <a:lnSpc>
                <a:spcPct val="200000"/>
              </a:lnSpc>
              <a:spcBef>
                <a:spcPts val="0"/>
              </a:spcBef>
              <a:spcAft>
                <a:spcPts val="0"/>
              </a:spcAft>
              <a:buClr>
                <a:schemeClr val="lt1"/>
              </a:buClr>
              <a:buSzPts val="1200"/>
              <a:buFont typeface="Sora"/>
              <a:buChar char="●"/>
            </a:pPr>
            <a:r>
              <a:rPr lang="en" sz="1100">
                <a:latin typeface="Sora"/>
                <a:ea typeface="Sora"/>
                <a:cs typeface="Sora"/>
                <a:sym typeface="Sora"/>
              </a:rPr>
              <a:t>A platform that runs large language models on its own high-speed Language Processing Units (LPUs) for faster, more efficient AI responses</a:t>
            </a:r>
            <a:endParaRPr sz="1100">
              <a:latin typeface="Sora"/>
              <a:ea typeface="Sora"/>
              <a:cs typeface="Sora"/>
              <a:sym typeface="Sora"/>
            </a:endParaRPr>
          </a:p>
          <a:p>
            <a:pPr indent="-304800" lvl="0" marL="457200" rtl="0" algn="l">
              <a:lnSpc>
                <a:spcPct val="200000"/>
              </a:lnSpc>
              <a:spcBef>
                <a:spcPts val="0"/>
              </a:spcBef>
              <a:spcAft>
                <a:spcPts val="0"/>
              </a:spcAft>
              <a:buClr>
                <a:schemeClr val="lt1"/>
              </a:buClr>
              <a:buSzPts val="1200"/>
              <a:buFont typeface="Sora"/>
              <a:buChar char="●"/>
            </a:pPr>
            <a:r>
              <a:rPr lang="en" sz="1100">
                <a:latin typeface="Sora"/>
                <a:ea typeface="Sora"/>
                <a:cs typeface="Sora"/>
                <a:sym typeface="Sora"/>
              </a:rPr>
              <a:t>We used Groq’s standard GPT-compatible model for text parsing and recommendation logic</a:t>
            </a:r>
            <a:br>
              <a:rPr lang="en" sz="1100">
                <a:latin typeface="Sora"/>
                <a:ea typeface="Sora"/>
                <a:cs typeface="Sora"/>
                <a:sym typeface="Sora"/>
              </a:rPr>
            </a:br>
            <a:endParaRPr b="1" sz="1100">
              <a:latin typeface="Sora"/>
              <a:ea typeface="Sora"/>
              <a:cs typeface="Sora"/>
              <a:sym typeface="Sora"/>
            </a:endParaRPr>
          </a:p>
          <a:p>
            <a:pPr indent="0" lvl="0" marL="0" rtl="0" algn="l">
              <a:lnSpc>
                <a:spcPct val="200000"/>
              </a:lnSpc>
              <a:spcBef>
                <a:spcPts val="0"/>
              </a:spcBef>
              <a:spcAft>
                <a:spcPts val="0"/>
              </a:spcAft>
              <a:buNone/>
            </a:pPr>
            <a:r>
              <a:rPr b="1" lang="en" sz="1100">
                <a:latin typeface="Sora"/>
                <a:ea typeface="Sora"/>
                <a:cs typeface="Sora"/>
                <a:sym typeface="Sora"/>
              </a:rPr>
              <a:t>What it does in BeatMap</a:t>
            </a:r>
            <a:endParaRPr b="1" sz="1100">
              <a:latin typeface="Sora"/>
              <a:ea typeface="Sora"/>
              <a:cs typeface="Sora"/>
              <a:sym typeface="Sora"/>
            </a:endParaRPr>
          </a:p>
          <a:p>
            <a:pPr indent="-298450" lvl="0" marL="457200" rtl="0" algn="l">
              <a:lnSpc>
                <a:spcPct val="200000"/>
              </a:lnSpc>
              <a:spcBef>
                <a:spcPts val="0"/>
              </a:spcBef>
              <a:spcAft>
                <a:spcPts val="0"/>
              </a:spcAft>
              <a:buSzPts val="1100"/>
              <a:buFont typeface="Sora"/>
              <a:buChar char="●"/>
            </a:pPr>
            <a:r>
              <a:rPr lang="en" sz="1100">
                <a:latin typeface="Sora"/>
                <a:ea typeface="Sora"/>
                <a:cs typeface="Sora"/>
                <a:sym typeface="Sora"/>
              </a:rPr>
              <a:t>Parses user input into structured search parameters (artist, location, date)</a:t>
            </a:r>
            <a:endParaRPr sz="1100">
              <a:latin typeface="Sora"/>
              <a:ea typeface="Sora"/>
              <a:cs typeface="Sora"/>
              <a:sym typeface="Sora"/>
            </a:endParaRPr>
          </a:p>
          <a:p>
            <a:pPr indent="-298450" lvl="0" marL="457200" rtl="0" algn="l">
              <a:lnSpc>
                <a:spcPct val="200000"/>
              </a:lnSpc>
              <a:spcBef>
                <a:spcPts val="0"/>
              </a:spcBef>
              <a:spcAft>
                <a:spcPts val="0"/>
              </a:spcAft>
              <a:buSzPts val="1100"/>
              <a:buFont typeface="Sora"/>
              <a:buChar char="●"/>
            </a:pPr>
            <a:r>
              <a:rPr lang="en" sz="1100">
                <a:latin typeface="Sora"/>
                <a:ea typeface="Sora"/>
                <a:cs typeface="Sora"/>
                <a:sym typeface="Sora"/>
              </a:rPr>
              <a:t>Extracts user preferences for tailored recommendations</a:t>
            </a:r>
            <a:endParaRPr sz="1100">
              <a:latin typeface="Sora"/>
              <a:ea typeface="Sora"/>
              <a:cs typeface="Sora"/>
              <a:sym typeface="Sora"/>
            </a:endParaRPr>
          </a:p>
          <a:p>
            <a:pPr indent="-298450" lvl="0" marL="457200" rtl="0" algn="l">
              <a:lnSpc>
                <a:spcPct val="200000"/>
              </a:lnSpc>
              <a:spcBef>
                <a:spcPts val="0"/>
              </a:spcBef>
              <a:spcAft>
                <a:spcPts val="0"/>
              </a:spcAft>
              <a:buSzPts val="1100"/>
              <a:buFont typeface="Sora"/>
              <a:buChar char="●"/>
            </a:pPr>
            <a:r>
              <a:rPr lang="en" sz="1100">
                <a:latin typeface="Sora"/>
                <a:ea typeface="Sora"/>
                <a:cs typeface="Sora"/>
                <a:sym typeface="Sora"/>
              </a:rPr>
              <a:t>Ranks concert results from external APIs based on relevance</a:t>
            </a:r>
            <a:endParaRPr sz="1100">
              <a:latin typeface="Sora"/>
              <a:ea typeface="Sora"/>
              <a:cs typeface="Sora"/>
              <a:sym typeface="Sora"/>
            </a:endParaRPr>
          </a:p>
          <a:p>
            <a:pPr indent="0" lvl="0" marL="0" rtl="0" algn="l">
              <a:spcBef>
                <a:spcPts val="0"/>
              </a:spcBef>
              <a:spcAft>
                <a:spcPts val="0"/>
              </a:spcAft>
              <a:buNone/>
            </a:pPr>
            <a:r>
              <a:rPr lang="en" sz="1100">
                <a:solidFill>
                  <a:schemeClr val="lt1"/>
                </a:solidFill>
                <a:latin typeface="Urbanist"/>
                <a:ea typeface="Urbanist"/>
                <a:cs typeface="Urbanist"/>
                <a:sym typeface="Urbanist"/>
              </a:rPr>
              <a:t> </a:t>
            </a:r>
            <a:endParaRPr sz="1100">
              <a:solidFill>
                <a:schemeClr val="lt1"/>
              </a:solidFill>
              <a:latin typeface="Urbanist"/>
              <a:ea typeface="Urbanist"/>
              <a:cs typeface="Urbanist"/>
              <a:sym typeface="Urbanis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p65"/>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Sep.2025</a:t>
            </a:r>
            <a:endParaRPr/>
          </a:p>
        </p:txBody>
      </p:sp>
      <p:sp>
        <p:nvSpPr>
          <p:cNvPr id="1019" name="Google Shape;1019;p6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BeatMap</a:t>
            </a:r>
            <a:endParaRPr/>
          </a:p>
        </p:txBody>
      </p:sp>
      <p:sp>
        <p:nvSpPr>
          <p:cNvPr id="1020" name="Google Shape;1020;p65"/>
          <p:cNvSpPr txBox="1"/>
          <p:nvPr>
            <p:ph idx="4294967295" type="title"/>
          </p:nvPr>
        </p:nvSpPr>
        <p:spPr>
          <a:xfrm>
            <a:off x="627293" y="457209"/>
            <a:ext cx="8173200" cy="71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900"/>
              <a:t>AI Integration</a:t>
            </a:r>
            <a:endParaRPr sz="3900"/>
          </a:p>
        </p:txBody>
      </p:sp>
      <p:sp>
        <p:nvSpPr>
          <p:cNvPr id="1021" name="Google Shape;1021;p65"/>
          <p:cNvSpPr txBox="1"/>
          <p:nvPr/>
        </p:nvSpPr>
        <p:spPr>
          <a:xfrm>
            <a:off x="627300" y="1551525"/>
            <a:ext cx="6468600" cy="2640900"/>
          </a:xfrm>
          <a:prstGeom prst="rect">
            <a:avLst/>
          </a:prstGeom>
          <a:noFill/>
          <a:ln>
            <a:noFill/>
          </a:ln>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rPr b="1" lang="en" sz="1100">
                <a:latin typeface="Sora"/>
                <a:ea typeface="Sora"/>
                <a:cs typeface="Sora"/>
                <a:sym typeface="Sora"/>
              </a:rPr>
              <a:t>Request Flow</a:t>
            </a:r>
            <a:endParaRPr b="1" sz="1100">
              <a:latin typeface="Sora"/>
              <a:ea typeface="Sora"/>
              <a:cs typeface="Sora"/>
              <a:sym typeface="Sora"/>
            </a:endParaRPr>
          </a:p>
          <a:p>
            <a:pPr indent="-298450" lvl="0" marL="457200" rtl="0" algn="l">
              <a:lnSpc>
                <a:spcPct val="200000"/>
              </a:lnSpc>
              <a:spcBef>
                <a:spcPts val="0"/>
              </a:spcBef>
              <a:spcAft>
                <a:spcPts val="0"/>
              </a:spcAft>
              <a:buSzPts val="1100"/>
              <a:buFont typeface="Sora"/>
              <a:buChar char="●"/>
            </a:pPr>
            <a:r>
              <a:rPr lang="en" sz="1100">
                <a:latin typeface="Sora"/>
                <a:ea typeface="Sora"/>
                <a:cs typeface="Sora"/>
                <a:sym typeface="Sora"/>
              </a:rPr>
              <a:t>Frontend → Concert Service: user submits text query</a:t>
            </a:r>
            <a:endParaRPr sz="1100">
              <a:latin typeface="Sora"/>
              <a:ea typeface="Sora"/>
              <a:cs typeface="Sora"/>
              <a:sym typeface="Sora"/>
            </a:endParaRPr>
          </a:p>
          <a:p>
            <a:pPr indent="-298450" lvl="0" marL="457200" rtl="0" algn="l">
              <a:lnSpc>
                <a:spcPct val="200000"/>
              </a:lnSpc>
              <a:spcBef>
                <a:spcPts val="0"/>
              </a:spcBef>
              <a:spcAft>
                <a:spcPts val="0"/>
              </a:spcAft>
              <a:buSzPts val="1100"/>
              <a:buFont typeface="Sora"/>
              <a:buChar char="●"/>
            </a:pPr>
            <a:r>
              <a:rPr lang="en" sz="1100">
                <a:latin typeface="Sora"/>
                <a:ea typeface="Sora"/>
                <a:cs typeface="Sora"/>
                <a:sym typeface="Sora"/>
              </a:rPr>
              <a:t>Concert Service → Groq Service: forwards the message to Groq for parsing</a:t>
            </a:r>
            <a:endParaRPr sz="1100">
              <a:latin typeface="Sora"/>
              <a:ea typeface="Sora"/>
              <a:cs typeface="Sora"/>
              <a:sym typeface="Sora"/>
            </a:endParaRPr>
          </a:p>
          <a:p>
            <a:pPr indent="-298450" lvl="0" marL="457200" rtl="0" algn="l">
              <a:lnSpc>
                <a:spcPct val="200000"/>
              </a:lnSpc>
              <a:spcBef>
                <a:spcPts val="0"/>
              </a:spcBef>
              <a:spcAft>
                <a:spcPts val="0"/>
              </a:spcAft>
              <a:buSzPts val="1100"/>
              <a:buFont typeface="Sora"/>
              <a:buChar char="●"/>
            </a:pPr>
            <a:r>
              <a:rPr lang="en" sz="1100">
                <a:latin typeface="Sora"/>
                <a:ea typeface="Sora"/>
                <a:cs typeface="Sora"/>
                <a:sym typeface="Sora"/>
              </a:rPr>
              <a:t>Groq Service → External APIs: generates structured queries for Ticketmaster &amp; JamBase</a:t>
            </a:r>
            <a:endParaRPr sz="1100">
              <a:latin typeface="Sora"/>
              <a:ea typeface="Sora"/>
              <a:cs typeface="Sora"/>
              <a:sym typeface="Sora"/>
            </a:endParaRPr>
          </a:p>
          <a:p>
            <a:pPr indent="-298450" lvl="0" marL="457200" rtl="0" algn="l">
              <a:lnSpc>
                <a:spcPct val="200000"/>
              </a:lnSpc>
              <a:spcBef>
                <a:spcPts val="0"/>
              </a:spcBef>
              <a:spcAft>
                <a:spcPts val="0"/>
              </a:spcAft>
              <a:buSzPts val="1100"/>
              <a:buFont typeface="Sora"/>
              <a:buChar char="●"/>
            </a:pPr>
            <a:r>
              <a:rPr lang="en" sz="1100">
                <a:latin typeface="Sora"/>
                <a:ea typeface="Sora"/>
                <a:cs typeface="Sora"/>
                <a:sym typeface="Sora"/>
              </a:rPr>
              <a:t>Groq → Backend → Frontend: ranked recommendations returned to the UI</a:t>
            </a:r>
            <a:endParaRPr sz="1100">
              <a:latin typeface="Sora"/>
              <a:ea typeface="Sora"/>
              <a:cs typeface="Sora"/>
              <a:sym typeface="Sora"/>
            </a:endParaRPr>
          </a:p>
          <a:p>
            <a:pPr indent="0" lvl="0" marL="0" rtl="0" algn="l">
              <a:spcBef>
                <a:spcPts val="0"/>
              </a:spcBef>
              <a:spcAft>
                <a:spcPts val="0"/>
              </a:spcAft>
              <a:buNone/>
            </a:pPr>
            <a:r>
              <a:rPr lang="en" sz="1100">
                <a:solidFill>
                  <a:schemeClr val="lt1"/>
                </a:solidFill>
                <a:latin typeface="Urbanist"/>
                <a:ea typeface="Urbanist"/>
                <a:cs typeface="Urbanist"/>
                <a:sym typeface="Urbanist"/>
              </a:rPr>
              <a:t> </a:t>
            </a:r>
            <a:endParaRPr sz="1100">
              <a:solidFill>
                <a:schemeClr val="lt1"/>
              </a:solidFill>
              <a:latin typeface="Urbanist"/>
              <a:ea typeface="Urbanist"/>
              <a:cs typeface="Urbanist"/>
              <a:sym typeface="Urbanis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p66"/>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Sep.2025</a:t>
            </a:r>
            <a:endParaRPr/>
          </a:p>
        </p:txBody>
      </p:sp>
      <p:sp>
        <p:nvSpPr>
          <p:cNvPr id="1027" name="Google Shape;1027;p66"/>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BeatMap</a:t>
            </a:r>
            <a:endParaRPr/>
          </a:p>
        </p:txBody>
      </p:sp>
      <p:sp>
        <p:nvSpPr>
          <p:cNvPr id="1028" name="Google Shape;1028;p66"/>
          <p:cNvSpPr txBox="1"/>
          <p:nvPr>
            <p:ph idx="4294967295" type="title"/>
          </p:nvPr>
        </p:nvSpPr>
        <p:spPr>
          <a:xfrm>
            <a:off x="627293" y="457209"/>
            <a:ext cx="8173200" cy="71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900"/>
              <a:t>HTTPS Implementation</a:t>
            </a:r>
            <a:endParaRPr sz="3900"/>
          </a:p>
        </p:txBody>
      </p:sp>
      <p:sp>
        <p:nvSpPr>
          <p:cNvPr id="1029" name="Google Shape;1029;p66"/>
          <p:cNvSpPr txBox="1"/>
          <p:nvPr/>
        </p:nvSpPr>
        <p:spPr>
          <a:xfrm>
            <a:off x="627300" y="1220800"/>
            <a:ext cx="6468600" cy="3231900"/>
          </a:xfrm>
          <a:prstGeom prst="rect">
            <a:avLst/>
          </a:prstGeom>
          <a:noFill/>
          <a:ln>
            <a:noFill/>
          </a:ln>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rPr b="1" lang="en" sz="1100">
                <a:latin typeface="Sora"/>
                <a:ea typeface="Sora"/>
                <a:cs typeface="Sora"/>
                <a:sym typeface="Sora"/>
              </a:rPr>
              <a:t>Purpose of HTTPS</a:t>
            </a:r>
            <a:endParaRPr b="1" sz="1100">
              <a:latin typeface="Sora"/>
              <a:ea typeface="Sora"/>
              <a:cs typeface="Sora"/>
              <a:sym typeface="Sora"/>
            </a:endParaRPr>
          </a:p>
          <a:p>
            <a:pPr indent="-304800" lvl="0" marL="457200" rtl="0" algn="l">
              <a:lnSpc>
                <a:spcPct val="200000"/>
              </a:lnSpc>
              <a:spcBef>
                <a:spcPts val="0"/>
              </a:spcBef>
              <a:spcAft>
                <a:spcPts val="0"/>
              </a:spcAft>
              <a:buClr>
                <a:schemeClr val="lt1"/>
              </a:buClr>
              <a:buSzPts val="1200"/>
              <a:buFont typeface="Sora"/>
              <a:buChar char="●"/>
            </a:pPr>
            <a:r>
              <a:rPr lang="en" sz="1100">
                <a:latin typeface="Sora"/>
                <a:ea typeface="Sora"/>
                <a:cs typeface="Sora"/>
                <a:sym typeface="Sora"/>
              </a:rPr>
              <a:t>Encrypts communication between services to prevent data interception</a:t>
            </a:r>
            <a:endParaRPr sz="1100">
              <a:latin typeface="Sora"/>
              <a:ea typeface="Sora"/>
              <a:cs typeface="Sora"/>
              <a:sym typeface="Sora"/>
            </a:endParaRPr>
          </a:p>
          <a:p>
            <a:pPr indent="-304800" lvl="0" marL="457200" rtl="0" algn="l">
              <a:lnSpc>
                <a:spcPct val="200000"/>
              </a:lnSpc>
              <a:spcBef>
                <a:spcPts val="0"/>
              </a:spcBef>
              <a:spcAft>
                <a:spcPts val="0"/>
              </a:spcAft>
              <a:buClr>
                <a:schemeClr val="lt1"/>
              </a:buClr>
              <a:buSzPts val="1200"/>
              <a:buFont typeface="Sora"/>
              <a:buChar char="●"/>
            </a:pPr>
            <a:r>
              <a:rPr lang="en" sz="1100">
                <a:latin typeface="Sora"/>
                <a:ea typeface="Sora"/>
                <a:cs typeface="Sora"/>
                <a:sym typeface="Sora"/>
              </a:rPr>
              <a:t>Verifies server identity and prevents man-in-the-middle attacks</a:t>
            </a:r>
            <a:endParaRPr sz="1100">
              <a:latin typeface="Sora"/>
              <a:ea typeface="Sora"/>
              <a:cs typeface="Sora"/>
              <a:sym typeface="Sora"/>
            </a:endParaRPr>
          </a:p>
          <a:p>
            <a:pPr indent="-304800" lvl="0" marL="457200" rtl="0" algn="l">
              <a:lnSpc>
                <a:spcPct val="200000"/>
              </a:lnSpc>
              <a:spcBef>
                <a:spcPts val="0"/>
              </a:spcBef>
              <a:spcAft>
                <a:spcPts val="0"/>
              </a:spcAft>
              <a:buClr>
                <a:schemeClr val="lt1"/>
              </a:buClr>
              <a:buSzPts val="1200"/>
              <a:buFont typeface="Sora"/>
              <a:buChar char="●"/>
            </a:pPr>
            <a:r>
              <a:rPr lang="en" sz="1100">
                <a:latin typeface="Sora"/>
                <a:ea typeface="Sora"/>
                <a:cs typeface="Sora"/>
                <a:sym typeface="Sora"/>
              </a:rPr>
              <a:t>Ensures integrity: data cannot be altered in transit</a:t>
            </a:r>
            <a:br>
              <a:rPr lang="en" sz="1100">
                <a:latin typeface="Sora"/>
                <a:ea typeface="Sora"/>
                <a:cs typeface="Sora"/>
                <a:sym typeface="Sora"/>
              </a:rPr>
            </a:br>
            <a:endParaRPr sz="1100">
              <a:latin typeface="Sora"/>
              <a:ea typeface="Sora"/>
              <a:cs typeface="Sora"/>
              <a:sym typeface="Sora"/>
            </a:endParaRPr>
          </a:p>
          <a:p>
            <a:pPr indent="0" lvl="0" marL="0" rtl="0" algn="l">
              <a:lnSpc>
                <a:spcPct val="200000"/>
              </a:lnSpc>
              <a:spcBef>
                <a:spcPts val="0"/>
              </a:spcBef>
              <a:spcAft>
                <a:spcPts val="0"/>
              </a:spcAft>
              <a:buNone/>
            </a:pPr>
            <a:r>
              <a:rPr b="1" lang="en" sz="1100">
                <a:latin typeface="Sora"/>
                <a:ea typeface="Sora"/>
                <a:cs typeface="Sora"/>
                <a:sym typeface="Sora"/>
              </a:rPr>
              <a:t>Why it matters for BeatMap</a:t>
            </a:r>
            <a:endParaRPr b="1" sz="1100">
              <a:latin typeface="Sora"/>
              <a:ea typeface="Sora"/>
              <a:cs typeface="Sora"/>
              <a:sym typeface="Sora"/>
            </a:endParaRPr>
          </a:p>
          <a:p>
            <a:pPr indent="-298450" lvl="0" marL="457200" rtl="0" algn="l">
              <a:lnSpc>
                <a:spcPct val="200000"/>
              </a:lnSpc>
              <a:spcBef>
                <a:spcPts val="0"/>
              </a:spcBef>
              <a:spcAft>
                <a:spcPts val="0"/>
              </a:spcAft>
              <a:buSzPts val="1100"/>
              <a:buFont typeface="Sora"/>
              <a:buChar char="●"/>
            </a:pPr>
            <a:r>
              <a:rPr lang="en" sz="1100">
                <a:latin typeface="Sora"/>
                <a:ea typeface="Sora"/>
                <a:cs typeface="Sora"/>
                <a:sym typeface="Sora"/>
              </a:rPr>
              <a:t>Protects API keys, user queries, and concert data</a:t>
            </a:r>
            <a:endParaRPr sz="1100">
              <a:latin typeface="Sora"/>
              <a:ea typeface="Sora"/>
              <a:cs typeface="Sora"/>
              <a:sym typeface="Sora"/>
            </a:endParaRPr>
          </a:p>
          <a:p>
            <a:pPr indent="-298450" lvl="0" marL="457200" rtl="0" algn="l">
              <a:lnSpc>
                <a:spcPct val="200000"/>
              </a:lnSpc>
              <a:spcBef>
                <a:spcPts val="0"/>
              </a:spcBef>
              <a:spcAft>
                <a:spcPts val="0"/>
              </a:spcAft>
              <a:buSzPts val="1100"/>
              <a:buFont typeface="Sora"/>
              <a:buChar char="●"/>
            </a:pPr>
            <a:r>
              <a:rPr lang="en" sz="1100">
                <a:latin typeface="Sora"/>
                <a:ea typeface="Sora"/>
                <a:cs typeface="Sora"/>
                <a:sym typeface="Sora"/>
              </a:rPr>
              <a:t>Enables secure microservice communication when deployed across containers, VMs, or cloud environments</a:t>
            </a:r>
            <a:endParaRPr sz="1100">
              <a:latin typeface="Sora"/>
              <a:ea typeface="Sora"/>
              <a:cs typeface="Sora"/>
              <a:sym typeface="Sora"/>
            </a:endParaRPr>
          </a:p>
          <a:p>
            <a:pPr indent="-298450" lvl="0" marL="457200" rtl="0" algn="l">
              <a:lnSpc>
                <a:spcPct val="200000"/>
              </a:lnSpc>
              <a:spcBef>
                <a:spcPts val="0"/>
              </a:spcBef>
              <a:spcAft>
                <a:spcPts val="0"/>
              </a:spcAft>
              <a:buSzPts val="1100"/>
              <a:buFont typeface="Sora"/>
              <a:buChar char="●"/>
            </a:pPr>
            <a:r>
              <a:rPr lang="en" sz="1100">
                <a:latin typeface="Sora"/>
                <a:ea typeface="Sora"/>
                <a:cs typeface="Sora"/>
                <a:sym typeface="Sora"/>
              </a:rPr>
              <a:t>Establishes a production-ready foundation for future scaling</a:t>
            </a:r>
            <a:endParaRPr sz="1100">
              <a:latin typeface="Sora"/>
              <a:ea typeface="Sora"/>
              <a:cs typeface="Sora"/>
              <a:sym typeface="Sora"/>
            </a:endParaRPr>
          </a:p>
          <a:p>
            <a:pPr indent="0" lvl="0" marL="0" rtl="0" algn="l">
              <a:spcBef>
                <a:spcPts val="0"/>
              </a:spcBef>
              <a:spcAft>
                <a:spcPts val="0"/>
              </a:spcAft>
              <a:buNone/>
            </a:pPr>
            <a:r>
              <a:rPr lang="en" sz="1100">
                <a:solidFill>
                  <a:schemeClr val="lt1"/>
                </a:solidFill>
                <a:latin typeface="Urbanist"/>
                <a:ea typeface="Urbanist"/>
                <a:cs typeface="Urbanist"/>
                <a:sym typeface="Urbanist"/>
              </a:rPr>
              <a:t> </a:t>
            </a:r>
            <a:endParaRPr sz="1100">
              <a:solidFill>
                <a:schemeClr val="lt1"/>
              </a:solidFill>
              <a:latin typeface="Urbanist"/>
              <a:ea typeface="Urbanist"/>
              <a:cs typeface="Urbanist"/>
              <a:sym typeface="Urbanis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sp>
        <p:nvSpPr>
          <p:cNvPr id="1034" name="Google Shape;1034;p67"/>
          <p:cNvSpPr txBox="1"/>
          <p:nvPr>
            <p:ph idx="1" type="subTitle"/>
          </p:nvPr>
        </p:nvSpPr>
        <p:spPr>
          <a:xfrm>
            <a:off x="264379" y="1372177"/>
            <a:ext cx="7295100" cy="3744300"/>
          </a:xfrm>
          <a:prstGeom prst="rect">
            <a:avLst/>
          </a:prstGeom>
        </p:spPr>
        <p:txBody>
          <a:bodyPr anchorCtr="0" anchor="b" bIns="91425" lIns="91425" spcFirstLastPara="1" rIns="91425" wrap="square" tIns="91425">
            <a:noAutofit/>
          </a:bodyPr>
          <a:lstStyle/>
          <a:p>
            <a:pPr indent="-311150" lvl="0" marL="457200" rtl="0" algn="l">
              <a:lnSpc>
                <a:spcPct val="100000"/>
              </a:lnSpc>
              <a:spcBef>
                <a:spcPts val="0"/>
              </a:spcBef>
              <a:spcAft>
                <a:spcPts val="0"/>
              </a:spcAft>
              <a:buSzPts val="1300"/>
              <a:buFont typeface="Poppins"/>
              <a:buChar char="●"/>
            </a:pPr>
            <a:r>
              <a:rPr b="1" lang="en" sz="1300">
                <a:latin typeface="Poppins"/>
                <a:ea typeface="Poppins"/>
                <a:cs typeface="Poppins"/>
                <a:sym typeface="Poppins"/>
              </a:rPr>
              <a:t>Why use self-signed certificates?</a:t>
            </a:r>
            <a:endParaRPr sz="1300">
              <a:latin typeface="Poppins Medium"/>
              <a:ea typeface="Poppins Medium"/>
              <a:cs typeface="Poppins Medium"/>
              <a:sym typeface="Poppins Medium"/>
            </a:endParaRPr>
          </a:p>
          <a:p>
            <a:pPr indent="457200" lvl="0" marL="0" rtl="0" algn="l">
              <a:lnSpc>
                <a:spcPct val="100000"/>
              </a:lnSpc>
              <a:spcBef>
                <a:spcPts val="0"/>
              </a:spcBef>
              <a:spcAft>
                <a:spcPts val="0"/>
              </a:spcAft>
              <a:buNone/>
            </a:pPr>
            <a:r>
              <a:rPr lang="en" sz="1100"/>
              <a:t>Keep user data private, make sure users are connecting to our app w/ confidence. Aligned w/     </a:t>
            </a:r>
            <a:endParaRPr sz="1100"/>
          </a:p>
          <a:p>
            <a:pPr indent="457200" lvl="0" marL="0" rtl="0" algn="l">
              <a:lnSpc>
                <a:spcPct val="100000"/>
              </a:lnSpc>
              <a:spcBef>
                <a:spcPts val="0"/>
              </a:spcBef>
              <a:spcAft>
                <a:spcPts val="0"/>
              </a:spcAft>
              <a:buNone/>
            </a:pPr>
            <a:r>
              <a:rPr lang="en" sz="1100"/>
              <a:t>Industry standards.</a:t>
            </a:r>
            <a:endParaRPr sz="1100"/>
          </a:p>
          <a:p>
            <a:pPr indent="457200" lvl="0" marL="0" rtl="0" algn="l">
              <a:lnSpc>
                <a:spcPct val="100000"/>
              </a:lnSpc>
              <a:spcBef>
                <a:spcPts val="0"/>
              </a:spcBef>
              <a:spcAft>
                <a:spcPts val="0"/>
              </a:spcAft>
              <a:buNone/>
            </a:pPr>
            <a:r>
              <a:t/>
            </a:r>
            <a:endParaRPr sz="1100">
              <a:latin typeface="Poppins Medium"/>
              <a:ea typeface="Poppins Medium"/>
              <a:cs typeface="Poppins Medium"/>
              <a:sym typeface="Poppins Medium"/>
            </a:endParaRPr>
          </a:p>
          <a:p>
            <a:pPr indent="-311150" lvl="0" marL="457200" rtl="0" algn="l">
              <a:spcBef>
                <a:spcPts val="0"/>
              </a:spcBef>
              <a:spcAft>
                <a:spcPts val="0"/>
              </a:spcAft>
              <a:buSzPts val="1300"/>
              <a:buFont typeface="Poppins"/>
              <a:buChar char="●"/>
            </a:pPr>
            <a:r>
              <a:rPr b="1" lang="en" sz="1300">
                <a:latin typeface="Poppins"/>
                <a:ea typeface="Poppins"/>
                <a:cs typeface="Poppins"/>
                <a:sym typeface="Poppins"/>
              </a:rPr>
              <a:t>Decision</a:t>
            </a:r>
            <a:endParaRPr b="1" sz="1300">
              <a:latin typeface="Poppins"/>
              <a:ea typeface="Poppins"/>
              <a:cs typeface="Poppins"/>
              <a:sym typeface="Poppins"/>
            </a:endParaRPr>
          </a:p>
          <a:p>
            <a:pPr indent="0" lvl="0" marL="457200" rtl="0" algn="l">
              <a:spcBef>
                <a:spcPts val="0"/>
              </a:spcBef>
              <a:spcAft>
                <a:spcPts val="0"/>
              </a:spcAft>
              <a:buNone/>
            </a:pPr>
            <a:r>
              <a:rPr lang="en" sz="1100"/>
              <a:t>Use SSL for development, trusted certificates for production &amp; </a:t>
            </a:r>
            <a:r>
              <a:rPr lang="en" sz="1100"/>
              <a:t>testing (Let’s Encrypt cert provider).</a:t>
            </a:r>
            <a:endParaRPr sz="1100"/>
          </a:p>
          <a:p>
            <a:pPr indent="0" lvl="0" marL="457200" rtl="0" algn="l">
              <a:spcBef>
                <a:spcPts val="0"/>
              </a:spcBef>
              <a:spcAft>
                <a:spcPts val="0"/>
              </a:spcAft>
              <a:buNone/>
            </a:pPr>
            <a:r>
              <a:rPr lang="en" sz="1100"/>
              <a:t>Certs generated &amp; trusted locally within dev environment.</a:t>
            </a:r>
            <a:endParaRPr sz="1100"/>
          </a:p>
          <a:p>
            <a:pPr indent="0" lvl="0" marL="457200" rtl="0" algn="l">
              <a:spcBef>
                <a:spcPts val="0"/>
              </a:spcBef>
              <a:spcAft>
                <a:spcPts val="0"/>
              </a:spcAft>
              <a:buNone/>
            </a:pPr>
            <a:r>
              <a:t/>
            </a:r>
            <a:endParaRPr sz="1100"/>
          </a:p>
          <a:p>
            <a:pPr indent="-311150" lvl="0" marL="457200" rtl="0" algn="l">
              <a:lnSpc>
                <a:spcPct val="100000"/>
              </a:lnSpc>
              <a:spcBef>
                <a:spcPts val="0"/>
              </a:spcBef>
              <a:spcAft>
                <a:spcPts val="0"/>
              </a:spcAft>
              <a:buSzPts val="1300"/>
              <a:buFont typeface="Poppins"/>
              <a:buChar char="●"/>
            </a:pPr>
            <a:r>
              <a:rPr b="1" lang="en" sz="1300">
                <a:latin typeface="Poppins"/>
                <a:ea typeface="Poppins"/>
                <a:cs typeface="Poppins"/>
                <a:sym typeface="Poppins"/>
              </a:rPr>
              <a:t>Focus on Security</a:t>
            </a:r>
            <a:endParaRPr b="1" sz="1300">
              <a:latin typeface="Poppins"/>
              <a:ea typeface="Poppins"/>
              <a:cs typeface="Poppins"/>
              <a:sym typeface="Poppins"/>
            </a:endParaRPr>
          </a:p>
          <a:p>
            <a:pPr indent="0" lvl="0" marL="457200" rtl="0" algn="l">
              <a:lnSpc>
                <a:spcPct val="100000"/>
              </a:lnSpc>
              <a:spcBef>
                <a:spcPts val="0"/>
              </a:spcBef>
              <a:spcAft>
                <a:spcPts val="0"/>
              </a:spcAft>
              <a:buNone/>
            </a:pPr>
            <a:r>
              <a:rPr lang="en" sz="1100"/>
              <a:t>Prevents attacks via authentication, encrypts traffic to prevent data tampering, protect sensitive information.</a:t>
            </a:r>
            <a:endParaRPr sz="1100"/>
          </a:p>
          <a:p>
            <a:pPr indent="0" lvl="0" marL="457200" rtl="0" algn="l">
              <a:lnSpc>
                <a:spcPct val="100000"/>
              </a:lnSpc>
              <a:spcBef>
                <a:spcPts val="0"/>
              </a:spcBef>
              <a:spcAft>
                <a:spcPts val="0"/>
              </a:spcAft>
              <a:buNone/>
            </a:pPr>
            <a:r>
              <a:t/>
            </a:r>
            <a:endParaRPr sz="1100">
              <a:latin typeface="Poppins Medium"/>
              <a:ea typeface="Poppins Medium"/>
              <a:cs typeface="Poppins Medium"/>
              <a:sym typeface="Poppins Medium"/>
            </a:endParaRPr>
          </a:p>
          <a:p>
            <a:pPr indent="-311150" lvl="0" marL="457200" rtl="0" algn="l">
              <a:lnSpc>
                <a:spcPct val="100000"/>
              </a:lnSpc>
              <a:spcBef>
                <a:spcPts val="0"/>
              </a:spcBef>
              <a:spcAft>
                <a:spcPts val="0"/>
              </a:spcAft>
              <a:buSzPts val="1300"/>
              <a:buFont typeface="Poppins"/>
              <a:buChar char="●"/>
            </a:pPr>
            <a:r>
              <a:rPr b="1" lang="en" sz="1300">
                <a:latin typeface="Poppins"/>
                <a:ea typeface="Poppins"/>
                <a:cs typeface="Poppins"/>
                <a:sym typeface="Poppins"/>
              </a:rPr>
              <a:t>Benefit</a:t>
            </a:r>
            <a:endParaRPr b="1" sz="1300">
              <a:latin typeface="Poppins"/>
              <a:ea typeface="Poppins"/>
              <a:cs typeface="Poppins"/>
              <a:sym typeface="Poppins"/>
            </a:endParaRPr>
          </a:p>
          <a:p>
            <a:pPr indent="457200" lvl="0" marL="0" rtl="0" algn="l">
              <a:lnSpc>
                <a:spcPct val="100000"/>
              </a:lnSpc>
              <a:spcBef>
                <a:spcPts val="0"/>
              </a:spcBef>
              <a:spcAft>
                <a:spcPts val="0"/>
              </a:spcAft>
              <a:buNone/>
            </a:pPr>
            <a:r>
              <a:rPr lang="en" sz="1100"/>
              <a:t>Ensures that all client-server communication is encrypted. Allows us to test HTTPS</a:t>
            </a:r>
            <a:endParaRPr sz="1100"/>
          </a:p>
          <a:p>
            <a:pPr indent="457200" lvl="0" marL="0" rtl="0" algn="l">
              <a:lnSpc>
                <a:spcPct val="100000"/>
              </a:lnSpc>
              <a:spcBef>
                <a:spcPts val="0"/>
              </a:spcBef>
              <a:spcAft>
                <a:spcPts val="0"/>
              </a:spcAft>
              <a:buNone/>
            </a:pPr>
            <a:r>
              <a:rPr lang="en" sz="1100"/>
              <a:t>Locally.</a:t>
            </a:r>
            <a:endParaRPr sz="1100"/>
          </a:p>
          <a:p>
            <a:pPr indent="457200" lvl="0" marL="0" rtl="0" algn="l">
              <a:lnSpc>
                <a:spcPct val="100000"/>
              </a:lnSpc>
              <a:spcBef>
                <a:spcPts val="0"/>
              </a:spcBef>
              <a:spcAft>
                <a:spcPts val="0"/>
              </a:spcAft>
              <a:buNone/>
            </a:pPr>
            <a:r>
              <a:rPr lang="en" sz="1100"/>
              <a:t>Guarantees data integrity for all public endpoints of our application.</a:t>
            </a:r>
            <a:endParaRPr sz="1100"/>
          </a:p>
          <a:p>
            <a:pPr indent="0" lvl="0" marL="0" rtl="0" algn="l">
              <a:lnSpc>
                <a:spcPct val="100000"/>
              </a:lnSpc>
              <a:spcBef>
                <a:spcPts val="0"/>
              </a:spcBef>
              <a:spcAft>
                <a:spcPts val="0"/>
              </a:spcAft>
              <a:buNone/>
            </a:pPr>
            <a:r>
              <a:t/>
            </a:r>
            <a:endParaRPr sz="1100">
              <a:latin typeface="Urbanist"/>
              <a:ea typeface="Urbanist"/>
              <a:cs typeface="Urbanist"/>
              <a:sym typeface="Urbanist"/>
            </a:endParaRPr>
          </a:p>
          <a:p>
            <a:pPr indent="0" lvl="0" marL="0" rtl="0" algn="l">
              <a:spcBef>
                <a:spcPts val="0"/>
              </a:spcBef>
              <a:spcAft>
                <a:spcPts val="1000"/>
              </a:spcAft>
              <a:buNone/>
            </a:pPr>
            <a:r>
              <a:t/>
            </a:r>
            <a:endParaRPr b="1"/>
          </a:p>
        </p:txBody>
      </p:sp>
      <p:sp>
        <p:nvSpPr>
          <p:cNvPr id="1035" name="Google Shape;1035;p67"/>
          <p:cNvSpPr txBox="1"/>
          <p:nvPr>
            <p:ph idx="2" type="title"/>
          </p:nvPr>
        </p:nvSpPr>
        <p:spPr>
          <a:xfrm>
            <a:off x="115025" y="406250"/>
            <a:ext cx="6507000" cy="5253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a:t>SSL Overview</a:t>
            </a:r>
            <a:endParaRPr/>
          </a:p>
          <a:p>
            <a:pPr indent="0" lvl="0" marL="0" rtl="0" algn="l">
              <a:lnSpc>
                <a:spcPct val="80000"/>
              </a:lnSpc>
              <a:spcBef>
                <a:spcPts val="0"/>
              </a:spcBef>
              <a:spcAft>
                <a:spcPts val="0"/>
              </a:spcAft>
              <a:buNone/>
            </a:pPr>
            <a:r>
              <a:t/>
            </a:r>
            <a:endParaRPr/>
          </a:p>
        </p:txBody>
      </p:sp>
      <p:sp>
        <p:nvSpPr>
          <p:cNvPr id="1036" name="Google Shape;1036;p6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BeatMap</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sp>
        <p:nvSpPr>
          <p:cNvPr id="1041" name="Google Shape;1041;p68"/>
          <p:cNvSpPr txBox="1"/>
          <p:nvPr>
            <p:ph type="title"/>
          </p:nvPr>
        </p:nvSpPr>
        <p:spPr>
          <a:xfrm>
            <a:off x="283475" y="300025"/>
            <a:ext cx="5856600" cy="433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000"/>
              <a:t>Demo 1: AI Tokens Endpoint</a:t>
            </a:r>
            <a:endParaRPr sz="2000"/>
          </a:p>
        </p:txBody>
      </p:sp>
      <p:sp>
        <p:nvSpPr>
          <p:cNvPr id="1042" name="Google Shape;1042;p68"/>
          <p:cNvSpPr txBox="1"/>
          <p:nvPr>
            <p:ph idx="1" type="subTitle"/>
          </p:nvPr>
        </p:nvSpPr>
        <p:spPr>
          <a:xfrm>
            <a:off x="289900" y="162300"/>
            <a:ext cx="2114700" cy="218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Beatmap</a:t>
            </a:r>
            <a:endParaRPr/>
          </a:p>
        </p:txBody>
      </p:sp>
      <p:sp>
        <p:nvSpPr>
          <p:cNvPr id="1043" name="Google Shape;1043;p68"/>
          <p:cNvSpPr txBox="1"/>
          <p:nvPr>
            <p:ph idx="3" type="subTitle"/>
          </p:nvPr>
        </p:nvSpPr>
        <p:spPr>
          <a:xfrm>
            <a:off x="6571675" y="162300"/>
            <a:ext cx="2282400" cy="218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Oct 2025</a:t>
            </a:r>
            <a:endParaRPr/>
          </a:p>
        </p:txBody>
      </p:sp>
      <p:sp>
        <p:nvSpPr>
          <p:cNvPr id="1044" name="Google Shape;1044;p68"/>
          <p:cNvSpPr txBox="1"/>
          <p:nvPr/>
        </p:nvSpPr>
        <p:spPr>
          <a:xfrm>
            <a:off x="538350" y="1156750"/>
            <a:ext cx="4572000" cy="35094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lt1"/>
              </a:buClr>
              <a:buSzPts val="1800"/>
              <a:buFont typeface="Urbanist"/>
              <a:buChar char="●"/>
            </a:pPr>
            <a:r>
              <a:rPr b="1" lang="en" sz="1800">
                <a:solidFill>
                  <a:schemeClr val="lt1"/>
                </a:solidFill>
                <a:latin typeface="Urbanist"/>
                <a:ea typeface="Urbanist"/>
                <a:cs typeface="Urbanist"/>
                <a:sym typeface="Urbanist"/>
              </a:rPr>
              <a:t>Input</a:t>
            </a:r>
            <a:r>
              <a:rPr lang="en" sz="1800">
                <a:solidFill>
                  <a:schemeClr val="lt1"/>
                </a:solidFill>
                <a:latin typeface="Urbanist"/>
                <a:ea typeface="Urbanist"/>
                <a:cs typeface="Urbanist"/>
                <a:sym typeface="Urbanist"/>
              </a:rPr>
              <a:t>: Location, dates, artists w/ natural language input</a:t>
            </a:r>
            <a:endParaRPr sz="1800">
              <a:solidFill>
                <a:schemeClr val="lt1"/>
              </a:solidFill>
              <a:latin typeface="Urbanist"/>
              <a:ea typeface="Urbanist"/>
              <a:cs typeface="Urbanist"/>
              <a:sym typeface="Urbanist"/>
            </a:endParaRPr>
          </a:p>
          <a:p>
            <a:pPr indent="0" lvl="0" marL="457200" rtl="0" algn="l">
              <a:spcBef>
                <a:spcPts val="0"/>
              </a:spcBef>
              <a:spcAft>
                <a:spcPts val="0"/>
              </a:spcAft>
              <a:buNone/>
            </a:pPr>
            <a:br>
              <a:rPr lang="en" sz="1800">
                <a:solidFill>
                  <a:schemeClr val="lt1"/>
                </a:solidFill>
                <a:latin typeface="Urbanist"/>
                <a:ea typeface="Urbanist"/>
                <a:cs typeface="Urbanist"/>
                <a:sym typeface="Urbanist"/>
              </a:rPr>
            </a:br>
            <a:endParaRPr sz="1800">
              <a:solidFill>
                <a:schemeClr val="lt1"/>
              </a:solidFill>
              <a:latin typeface="Urbanist"/>
              <a:ea typeface="Urbanist"/>
              <a:cs typeface="Urbanist"/>
              <a:sym typeface="Urbanist"/>
            </a:endParaRPr>
          </a:p>
          <a:p>
            <a:pPr indent="-342900" lvl="0" marL="457200" rtl="0" algn="l">
              <a:spcBef>
                <a:spcPts val="0"/>
              </a:spcBef>
              <a:spcAft>
                <a:spcPts val="0"/>
              </a:spcAft>
              <a:buClr>
                <a:schemeClr val="lt1"/>
              </a:buClr>
              <a:buSzPts val="1800"/>
              <a:buFont typeface="Urbanist"/>
              <a:buChar char="●"/>
            </a:pPr>
            <a:r>
              <a:rPr b="1" lang="en" sz="1800">
                <a:solidFill>
                  <a:schemeClr val="lt1"/>
                </a:solidFill>
                <a:latin typeface="Urbanist"/>
                <a:ea typeface="Urbanist"/>
                <a:cs typeface="Urbanist"/>
                <a:sym typeface="Urbanist"/>
              </a:rPr>
              <a:t>Output</a:t>
            </a:r>
            <a:r>
              <a:rPr lang="en" sz="1800">
                <a:solidFill>
                  <a:schemeClr val="lt1"/>
                </a:solidFill>
                <a:latin typeface="Urbanist"/>
                <a:ea typeface="Urbanist"/>
                <a:cs typeface="Urbanist"/>
                <a:sym typeface="Urbanist"/>
              </a:rPr>
              <a:t>: JSON w/ info about music event</a:t>
            </a:r>
            <a:endParaRPr sz="1800">
              <a:solidFill>
                <a:schemeClr val="lt1"/>
              </a:solidFill>
              <a:latin typeface="Urbanist"/>
              <a:ea typeface="Urbanist"/>
              <a:cs typeface="Urbanist"/>
              <a:sym typeface="Urbanist"/>
            </a:endParaRPr>
          </a:p>
          <a:p>
            <a:pPr indent="0" lvl="0" marL="457200" rtl="0" algn="l">
              <a:spcBef>
                <a:spcPts val="0"/>
              </a:spcBef>
              <a:spcAft>
                <a:spcPts val="0"/>
              </a:spcAft>
              <a:buNone/>
            </a:pPr>
            <a:br>
              <a:rPr lang="en" sz="1800">
                <a:solidFill>
                  <a:schemeClr val="lt1"/>
                </a:solidFill>
                <a:latin typeface="Urbanist"/>
                <a:ea typeface="Urbanist"/>
                <a:cs typeface="Urbanist"/>
                <a:sym typeface="Urbanist"/>
              </a:rPr>
            </a:br>
            <a:endParaRPr sz="1800">
              <a:solidFill>
                <a:schemeClr val="lt1"/>
              </a:solidFill>
              <a:latin typeface="Urbanist"/>
              <a:ea typeface="Urbanist"/>
              <a:cs typeface="Urbanist"/>
              <a:sym typeface="Urbanist"/>
            </a:endParaRPr>
          </a:p>
          <a:p>
            <a:pPr indent="-342900" lvl="0" marL="457200" rtl="0" algn="l">
              <a:spcBef>
                <a:spcPts val="0"/>
              </a:spcBef>
              <a:spcAft>
                <a:spcPts val="0"/>
              </a:spcAft>
              <a:buClr>
                <a:schemeClr val="lt1"/>
              </a:buClr>
              <a:buSzPts val="1800"/>
              <a:buFont typeface="Urbanist"/>
              <a:buChar char="●"/>
            </a:pPr>
            <a:r>
              <a:rPr b="1" lang="en" sz="1800">
                <a:solidFill>
                  <a:schemeClr val="lt1"/>
                </a:solidFill>
                <a:latin typeface="Urbanist"/>
                <a:ea typeface="Urbanist"/>
                <a:cs typeface="Urbanist"/>
                <a:sym typeface="Urbanist"/>
              </a:rPr>
              <a:t>Motivation: </a:t>
            </a:r>
            <a:r>
              <a:rPr lang="en" sz="1800">
                <a:solidFill>
                  <a:schemeClr val="lt1"/>
                </a:solidFill>
                <a:latin typeface="Urbanist"/>
                <a:ea typeface="Urbanist"/>
                <a:cs typeface="Urbanist"/>
                <a:sym typeface="Urbanist"/>
              </a:rPr>
              <a:t>leverage Groq to format natural language </a:t>
            </a:r>
            <a:r>
              <a:rPr lang="en" sz="1800">
                <a:solidFill>
                  <a:schemeClr val="lt1"/>
                </a:solidFill>
                <a:latin typeface="Urbanist"/>
                <a:ea typeface="Urbanist"/>
                <a:cs typeface="Urbanist"/>
                <a:sym typeface="Urbanist"/>
              </a:rPr>
              <a:t>input (key info)</a:t>
            </a:r>
            <a:r>
              <a:rPr lang="en" sz="1800">
                <a:solidFill>
                  <a:schemeClr val="lt1"/>
                </a:solidFill>
                <a:latin typeface="Urbanist"/>
                <a:ea typeface="Urbanist"/>
                <a:cs typeface="Urbanist"/>
                <a:sym typeface="Urbanist"/>
              </a:rPr>
              <a:t> into standardized format</a:t>
            </a:r>
            <a:endParaRPr sz="1800">
              <a:solidFill>
                <a:schemeClr val="lt1"/>
              </a:solidFill>
              <a:latin typeface="Urbanist"/>
              <a:ea typeface="Urbanist"/>
              <a:cs typeface="Urbanist"/>
              <a:sym typeface="Urbanist"/>
            </a:endParaRPr>
          </a:p>
          <a:p>
            <a:pPr indent="0" lvl="0" marL="0" rtl="0" algn="l">
              <a:spcBef>
                <a:spcPts val="0"/>
              </a:spcBef>
              <a:spcAft>
                <a:spcPts val="0"/>
              </a:spcAft>
              <a:buNone/>
            </a:pPr>
            <a:r>
              <a:t/>
            </a:r>
            <a:endParaRPr sz="1800">
              <a:solidFill>
                <a:schemeClr val="lt1"/>
              </a:solidFill>
              <a:latin typeface="Urbanist"/>
              <a:ea typeface="Urbanist"/>
              <a:cs typeface="Urbanist"/>
              <a:sym typeface="Urbanist"/>
            </a:endParaRPr>
          </a:p>
        </p:txBody>
      </p:sp>
      <p:sp>
        <p:nvSpPr>
          <p:cNvPr id="1045" name="Google Shape;1045;p68"/>
          <p:cNvSpPr txBox="1"/>
          <p:nvPr/>
        </p:nvSpPr>
        <p:spPr>
          <a:xfrm>
            <a:off x="538350" y="2874600"/>
            <a:ext cx="7377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lt1"/>
              </a:solidFill>
              <a:latin typeface="Sora"/>
              <a:ea typeface="Sora"/>
              <a:cs typeface="Sora"/>
              <a:sym typeface="Sora"/>
            </a:endParaRPr>
          </a:p>
        </p:txBody>
      </p:sp>
      <p:pic>
        <p:nvPicPr>
          <p:cNvPr id="1046" name="Google Shape;1046;p68"/>
          <p:cNvPicPr preferRelativeResize="0"/>
          <p:nvPr/>
        </p:nvPicPr>
        <p:blipFill>
          <a:blip r:embed="rId3">
            <a:alphaModFix/>
          </a:blip>
          <a:stretch>
            <a:fillRect/>
          </a:stretch>
        </p:blipFill>
        <p:spPr>
          <a:xfrm>
            <a:off x="5228350" y="457200"/>
            <a:ext cx="3148889" cy="1835975"/>
          </a:xfrm>
          <a:prstGeom prst="rect">
            <a:avLst/>
          </a:prstGeom>
          <a:noFill/>
          <a:ln>
            <a:noFill/>
          </a:ln>
        </p:spPr>
      </p:pic>
      <p:pic>
        <p:nvPicPr>
          <p:cNvPr id="1047" name="Google Shape;1047;p68"/>
          <p:cNvPicPr preferRelativeResize="0"/>
          <p:nvPr/>
        </p:nvPicPr>
        <p:blipFill>
          <a:blip r:embed="rId4">
            <a:alphaModFix/>
          </a:blip>
          <a:stretch>
            <a:fillRect/>
          </a:stretch>
        </p:blipFill>
        <p:spPr>
          <a:xfrm>
            <a:off x="5550250" y="2532275"/>
            <a:ext cx="2505075" cy="22002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69"/>
          <p:cNvSpPr txBox="1"/>
          <p:nvPr>
            <p:ph type="title"/>
          </p:nvPr>
        </p:nvSpPr>
        <p:spPr>
          <a:xfrm>
            <a:off x="283475" y="300025"/>
            <a:ext cx="6984300" cy="433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000"/>
              <a:t>Demo 2: Full App w/ HTTPS</a:t>
            </a:r>
            <a:endParaRPr sz="2000"/>
          </a:p>
        </p:txBody>
      </p:sp>
      <p:sp>
        <p:nvSpPr>
          <p:cNvPr id="1053" name="Google Shape;1053;p69"/>
          <p:cNvSpPr txBox="1"/>
          <p:nvPr>
            <p:ph idx="1" type="subTitle"/>
          </p:nvPr>
        </p:nvSpPr>
        <p:spPr>
          <a:xfrm>
            <a:off x="289900" y="162300"/>
            <a:ext cx="2114700" cy="218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Beatmap</a:t>
            </a:r>
            <a:endParaRPr/>
          </a:p>
        </p:txBody>
      </p:sp>
      <p:sp>
        <p:nvSpPr>
          <p:cNvPr id="1054" name="Google Shape;1054;p69"/>
          <p:cNvSpPr txBox="1"/>
          <p:nvPr>
            <p:ph idx="3" type="subTitle"/>
          </p:nvPr>
        </p:nvSpPr>
        <p:spPr>
          <a:xfrm>
            <a:off x="6571675" y="162300"/>
            <a:ext cx="2282400" cy="218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Oct 2025</a:t>
            </a:r>
            <a:endParaRPr/>
          </a:p>
        </p:txBody>
      </p:sp>
      <p:sp>
        <p:nvSpPr>
          <p:cNvPr id="1055" name="Google Shape;1055;p69"/>
          <p:cNvSpPr txBox="1"/>
          <p:nvPr/>
        </p:nvSpPr>
        <p:spPr>
          <a:xfrm>
            <a:off x="538350" y="1156750"/>
            <a:ext cx="3854100" cy="40635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lt1"/>
              </a:buClr>
              <a:buSzPts val="1800"/>
              <a:buFont typeface="Urbanist"/>
              <a:buChar char="●"/>
            </a:pPr>
            <a:r>
              <a:rPr b="1" lang="en" sz="1800" u="sng">
                <a:solidFill>
                  <a:schemeClr val="hlink"/>
                </a:solidFill>
                <a:latin typeface="Urbanist"/>
                <a:ea typeface="Urbanist"/>
                <a:cs typeface="Urbanist"/>
                <a:sym typeface="Urbanist"/>
                <a:hlinkClick r:id="rId3"/>
              </a:rPr>
              <a:t>https://beatmap.live/search</a:t>
            </a:r>
            <a:r>
              <a:rPr b="1" lang="en" sz="1800">
                <a:solidFill>
                  <a:schemeClr val="lt1"/>
                </a:solidFill>
                <a:latin typeface="Urbanist"/>
                <a:ea typeface="Urbanist"/>
                <a:cs typeface="Urbanist"/>
                <a:sym typeface="Urbanist"/>
              </a:rPr>
              <a:t> </a:t>
            </a:r>
            <a:r>
              <a:rPr lang="en" sz="1800">
                <a:solidFill>
                  <a:schemeClr val="lt1"/>
                </a:solidFill>
                <a:latin typeface="Urbanist"/>
                <a:ea typeface="Urbanist"/>
                <a:cs typeface="Urbanist"/>
                <a:sym typeface="Urbanist"/>
              </a:rPr>
              <a:t>- uses https, takes in a natural language input</a:t>
            </a:r>
            <a:br>
              <a:rPr i="1" lang="en" sz="1800">
                <a:solidFill>
                  <a:schemeClr val="lt1"/>
                </a:solidFill>
                <a:latin typeface="Urbanist"/>
                <a:ea typeface="Urbanist"/>
                <a:cs typeface="Urbanist"/>
                <a:sym typeface="Urbanist"/>
              </a:rPr>
            </a:br>
            <a:endParaRPr i="1" sz="1800">
              <a:solidFill>
                <a:schemeClr val="lt1"/>
              </a:solidFill>
              <a:latin typeface="Urbanist"/>
              <a:ea typeface="Urbanist"/>
              <a:cs typeface="Urbanist"/>
              <a:sym typeface="Urbanist"/>
            </a:endParaRPr>
          </a:p>
          <a:p>
            <a:pPr indent="0" lvl="0" marL="457200" rtl="0" algn="l">
              <a:spcBef>
                <a:spcPts val="0"/>
              </a:spcBef>
              <a:spcAft>
                <a:spcPts val="0"/>
              </a:spcAft>
              <a:buNone/>
            </a:pPr>
            <a:r>
              <a:t/>
            </a:r>
            <a:endParaRPr i="1" sz="1800">
              <a:solidFill>
                <a:schemeClr val="lt1"/>
              </a:solidFill>
              <a:latin typeface="Urbanist"/>
              <a:ea typeface="Urbanist"/>
              <a:cs typeface="Urbanist"/>
              <a:sym typeface="Urbanist"/>
            </a:endParaRPr>
          </a:p>
          <a:p>
            <a:pPr indent="-342900" lvl="0" marL="457200" rtl="0" algn="l">
              <a:spcBef>
                <a:spcPts val="0"/>
              </a:spcBef>
              <a:spcAft>
                <a:spcPts val="0"/>
              </a:spcAft>
              <a:buClr>
                <a:schemeClr val="lt1"/>
              </a:buClr>
              <a:buSzPts val="1800"/>
              <a:buFont typeface="Urbanist"/>
              <a:buChar char="●"/>
            </a:pPr>
            <a:r>
              <a:rPr b="1" lang="en" sz="1800">
                <a:solidFill>
                  <a:schemeClr val="lt1"/>
                </a:solidFill>
                <a:latin typeface="Urbanist"/>
                <a:ea typeface="Urbanist"/>
                <a:cs typeface="Urbanist"/>
                <a:sym typeface="Urbanist"/>
              </a:rPr>
              <a:t>Output</a:t>
            </a:r>
            <a:r>
              <a:rPr lang="en" sz="1800">
                <a:solidFill>
                  <a:schemeClr val="lt1"/>
                </a:solidFill>
                <a:latin typeface="Urbanist"/>
                <a:ea typeface="Urbanist"/>
                <a:cs typeface="Urbanist"/>
                <a:sym typeface="Urbanist"/>
              </a:rPr>
              <a:t> - concert recommendations based on your search parameters leveraging AI</a:t>
            </a:r>
            <a:br>
              <a:rPr i="1" lang="en" sz="1800">
                <a:solidFill>
                  <a:schemeClr val="lt1"/>
                </a:solidFill>
                <a:latin typeface="Urbanist"/>
                <a:ea typeface="Urbanist"/>
                <a:cs typeface="Urbanist"/>
                <a:sym typeface="Urbanist"/>
              </a:rPr>
            </a:br>
            <a:endParaRPr i="1" sz="1800">
              <a:solidFill>
                <a:schemeClr val="lt1"/>
              </a:solidFill>
              <a:latin typeface="Urbanist"/>
              <a:ea typeface="Urbanist"/>
              <a:cs typeface="Urbanist"/>
              <a:sym typeface="Urbanist"/>
            </a:endParaRPr>
          </a:p>
          <a:p>
            <a:pPr indent="0" lvl="0" marL="457200" rtl="0" algn="l">
              <a:spcBef>
                <a:spcPts val="0"/>
              </a:spcBef>
              <a:spcAft>
                <a:spcPts val="0"/>
              </a:spcAft>
              <a:buNone/>
            </a:pPr>
            <a:r>
              <a:t/>
            </a:r>
            <a:endParaRPr i="1" sz="1800">
              <a:solidFill>
                <a:schemeClr val="lt1"/>
              </a:solidFill>
              <a:latin typeface="Urbanist"/>
              <a:ea typeface="Urbanist"/>
              <a:cs typeface="Urbanist"/>
              <a:sym typeface="Urbanist"/>
            </a:endParaRPr>
          </a:p>
          <a:p>
            <a:pPr indent="-342900" lvl="0" marL="457200" rtl="0" algn="l">
              <a:spcBef>
                <a:spcPts val="0"/>
              </a:spcBef>
              <a:spcAft>
                <a:spcPts val="0"/>
              </a:spcAft>
              <a:buClr>
                <a:schemeClr val="lt1"/>
              </a:buClr>
              <a:buSzPts val="1800"/>
              <a:buFont typeface="Urbanist"/>
              <a:buChar char="●"/>
            </a:pPr>
            <a:r>
              <a:rPr b="1" lang="en" sz="1800">
                <a:solidFill>
                  <a:schemeClr val="lt1"/>
                </a:solidFill>
                <a:latin typeface="Urbanist"/>
                <a:ea typeface="Urbanist"/>
                <a:cs typeface="Urbanist"/>
                <a:sym typeface="Urbanist"/>
              </a:rPr>
              <a:t>HTTPS </a:t>
            </a:r>
            <a:r>
              <a:rPr lang="en" sz="1800">
                <a:solidFill>
                  <a:schemeClr val="lt1"/>
                </a:solidFill>
                <a:latin typeface="Urbanist"/>
                <a:ea typeface="Urbanist"/>
                <a:cs typeface="Urbanist"/>
                <a:sym typeface="Urbanist"/>
              </a:rPr>
              <a:t>- protects API from interception, ensures trust b/w external services</a:t>
            </a:r>
            <a:endParaRPr i="1" sz="1800">
              <a:solidFill>
                <a:schemeClr val="lt1"/>
              </a:solidFill>
              <a:latin typeface="Urbanist"/>
              <a:ea typeface="Urbanist"/>
              <a:cs typeface="Urbanist"/>
              <a:sym typeface="Urbanist"/>
            </a:endParaRPr>
          </a:p>
        </p:txBody>
      </p:sp>
      <p:pic>
        <p:nvPicPr>
          <p:cNvPr id="1056" name="Google Shape;1056;p69"/>
          <p:cNvPicPr preferRelativeResize="0"/>
          <p:nvPr/>
        </p:nvPicPr>
        <p:blipFill>
          <a:blip r:embed="rId4">
            <a:alphaModFix/>
          </a:blip>
          <a:stretch>
            <a:fillRect/>
          </a:stretch>
        </p:blipFill>
        <p:spPr>
          <a:xfrm>
            <a:off x="4392450" y="380700"/>
            <a:ext cx="4419600" cy="2000250"/>
          </a:xfrm>
          <a:prstGeom prst="rect">
            <a:avLst/>
          </a:prstGeom>
          <a:noFill/>
          <a:ln>
            <a:noFill/>
          </a:ln>
        </p:spPr>
      </p:pic>
      <p:pic>
        <p:nvPicPr>
          <p:cNvPr id="1057" name="Google Shape;1057;p69"/>
          <p:cNvPicPr preferRelativeResize="0"/>
          <p:nvPr/>
        </p:nvPicPr>
        <p:blipFill>
          <a:blip r:embed="rId5">
            <a:alphaModFix/>
          </a:blip>
          <a:stretch>
            <a:fillRect/>
          </a:stretch>
        </p:blipFill>
        <p:spPr>
          <a:xfrm>
            <a:off x="4378875" y="2464950"/>
            <a:ext cx="4446751" cy="205171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70"/>
          <p:cNvSpPr txBox="1"/>
          <p:nvPr>
            <p:ph type="title"/>
          </p:nvPr>
        </p:nvSpPr>
        <p:spPr>
          <a:xfrm>
            <a:off x="4665825" y="1253625"/>
            <a:ext cx="4193400" cy="1015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Next</a:t>
            </a:r>
            <a:endParaRPr/>
          </a:p>
          <a:p>
            <a:pPr indent="0" lvl="0" marL="0" rtl="0" algn="l">
              <a:spcBef>
                <a:spcPts val="0"/>
              </a:spcBef>
              <a:spcAft>
                <a:spcPts val="0"/>
              </a:spcAft>
              <a:buNone/>
            </a:pPr>
            <a:r>
              <a:rPr lang="en"/>
              <a:t>steps</a:t>
            </a:r>
            <a:endParaRPr/>
          </a:p>
        </p:txBody>
      </p:sp>
      <p:sp>
        <p:nvSpPr>
          <p:cNvPr id="1063" name="Google Shape;1063;p70"/>
          <p:cNvSpPr txBox="1"/>
          <p:nvPr>
            <p:ph idx="9" type="subTitle"/>
          </p:nvPr>
        </p:nvSpPr>
        <p:spPr>
          <a:xfrm>
            <a:off x="289900" y="162300"/>
            <a:ext cx="2114700" cy="218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Beatmap</a:t>
            </a:r>
            <a:endParaRPr/>
          </a:p>
        </p:txBody>
      </p:sp>
      <p:sp>
        <p:nvSpPr>
          <p:cNvPr id="1064" name="Google Shape;1064;p70"/>
          <p:cNvSpPr txBox="1"/>
          <p:nvPr>
            <p:ph idx="14" type="subTitle"/>
          </p:nvPr>
        </p:nvSpPr>
        <p:spPr>
          <a:xfrm>
            <a:off x="6571675" y="162300"/>
            <a:ext cx="2282400" cy="2184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t>Oct  2025</a:t>
            </a:r>
            <a:endParaRPr/>
          </a:p>
        </p:txBody>
      </p:sp>
      <p:sp>
        <p:nvSpPr>
          <p:cNvPr id="1065" name="Google Shape;1065;p70"/>
          <p:cNvSpPr txBox="1"/>
          <p:nvPr>
            <p:ph idx="1" type="body"/>
          </p:nvPr>
        </p:nvSpPr>
        <p:spPr>
          <a:xfrm>
            <a:off x="4064063" y="3561606"/>
            <a:ext cx="1823400" cy="50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02.</a:t>
            </a:r>
            <a:endParaRPr/>
          </a:p>
        </p:txBody>
      </p:sp>
      <p:sp>
        <p:nvSpPr>
          <p:cNvPr id="1066" name="Google Shape;1066;p70"/>
          <p:cNvSpPr txBox="1"/>
          <p:nvPr>
            <p:ph idx="2" type="body"/>
          </p:nvPr>
        </p:nvSpPr>
        <p:spPr>
          <a:xfrm>
            <a:off x="940325" y="3561603"/>
            <a:ext cx="1823400" cy="461700"/>
          </a:xfrm>
          <a:prstGeom prst="rect">
            <a:avLst/>
          </a:prstGeom>
        </p:spPr>
        <p:txBody>
          <a:bodyPr anchorCtr="0" anchor="t" bIns="0" lIns="0" spcFirstLastPara="1" rIns="0" wrap="square" tIns="0">
            <a:spAutoFit/>
          </a:bodyPr>
          <a:lstStyle/>
          <a:p>
            <a:pPr indent="0" lvl="0" marL="0" rtl="0" algn="l">
              <a:spcBef>
                <a:spcPts val="0"/>
              </a:spcBef>
              <a:spcAft>
                <a:spcPts val="800"/>
              </a:spcAft>
              <a:buNone/>
            </a:pPr>
            <a:r>
              <a:rPr lang="en"/>
              <a:t>01.</a:t>
            </a:r>
            <a:endParaRPr/>
          </a:p>
        </p:txBody>
      </p:sp>
      <p:sp>
        <p:nvSpPr>
          <p:cNvPr id="1067" name="Google Shape;1067;p70"/>
          <p:cNvSpPr txBox="1"/>
          <p:nvPr>
            <p:ph idx="3" type="body"/>
          </p:nvPr>
        </p:nvSpPr>
        <p:spPr>
          <a:xfrm>
            <a:off x="7035827" y="3561603"/>
            <a:ext cx="1823400" cy="50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03.</a:t>
            </a:r>
            <a:endParaRPr/>
          </a:p>
        </p:txBody>
      </p:sp>
      <p:sp>
        <p:nvSpPr>
          <p:cNvPr id="1068" name="Google Shape;1068;p70"/>
          <p:cNvSpPr txBox="1"/>
          <p:nvPr>
            <p:ph idx="5" type="body"/>
          </p:nvPr>
        </p:nvSpPr>
        <p:spPr>
          <a:xfrm>
            <a:off x="940325" y="4183327"/>
            <a:ext cx="1823400" cy="151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1200"/>
              <a:t>Further polish our UI</a:t>
            </a:r>
            <a:endParaRPr sz="1200"/>
          </a:p>
        </p:txBody>
      </p:sp>
      <p:sp>
        <p:nvSpPr>
          <p:cNvPr id="1069" name="Google Shape;1069;p70"/>
          <p:cNvSpPr txBox="1"/>
          <p:nvPr>
            <p:ph idx="6" type="body"/>
          </p:nvPr>
        </p:nvSpPr>
        <p:spPr>
          <a:xfrm>
            <a:off x="4064075" y="4183325"/>
            <a:ext cx="1823400" cy="328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1200"/>
              <a:t>Add comprehensive HTTPS testing</a:t>
            </a:r>
            <a:endParaRPr sz="1200"/>
          </a:p>
        </p:txBody>
      </p:sp>
      <p:sp>
        <p:nvSpPr>
          <p:cNvPr id="1070" name="Google Shape;1070;p70"/>
          <p:cNvSpPr txBox="1"/>
          <p:nvPr>
            <p:ph idx="7" type="body"/>
          </p:nvPr>
        </p:nvSpPr>
        <p:spPr>
          <a:xfrm>
            <a:off x="7035827" y="4183328"/>
            <a:ext cx="1823400" cy="50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1200"/>
              <a:t>Expand testing, unit tests + integration tests</a:t>
            </a:r>
            <a:r>
              <a:rPr lang="en" sz="1200"/>
              <a:t> </a:t>
            </a:r>
            <a:endParaRPr sz="12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sp>
        <p:nvSpPr>
          <p:cNvPr id="1075" name="Google Shape;1075;p71"/>
          <p:cNvSpPr txBox="1"/>
          <p:nvPr>
            <p:ph type="title"/>
          </p:nvPr>
        </p:nvSpPr>
        <p:spPr>
          <a:xfrm>
            <a:off x="228600" y="2149025"/>
            <a:ext cx="6507000" cy="187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 for listening!</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79" name="Shape 1079"/>
        <p:cNvGrpSpPr/>
        <p:nvPr/>
      </p:nvGrpSpPr>
      <p:grpSpPr>
        <a:xfrm>
          <a:off x="0" y="0"/>
          <a:ext cx="0" cy="0"/>
          <a:chOff x="0" y="0"/>
          <a:chExt cx="0" cy="0"/>
        </a:xfrm>
      </p:grpSpPr>
      <p:sp>
        <p:nvSpPr>
          <p:cNvPr id="1080" name="Google Shape;1080;p72"/>
          <p:cNvSpPr txBox="1"/>
          <p:nvPr>
            <p:ph idx="17" type="title"/>
          </p:nvPr>
        </p:nvSpPr>
        <p:spPr>
          <a:xfrm>
            <a:off x="228600" y="4748070"/>
            <a:ext cx="1939200" cy="1893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Sep.2025</a:t>
            </a:r>
            <a:endParaRPr/>
          </a:p>
        </p:txBody>
      </p:sp>
      <p:sp>
        <p:nvSpPr>
          <p:cNvPr id="1081" name="Google Shape;1081;p72"/>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p>
            <a:pPr indent="0" lvl="0" marL="0" rtl="0" algn="l">
              <a:spcBef>
                <a:spcPts val="0"/>
              </a:spcBef>
              <a:spcAft>
                <a:spcPts val="0"/>
              </a:spcAft>
              <a:buNone/>
            </a:pPr>
            <a:r>
              <a:rPr lang="en"/>
              <a:t>Beatmap</a:t>
            </a:r>
            <a:endParaRPr/>
          </a:p>
        </p:txBody>
      </p:sp>
      <p:sp>
        <p:nvSpPr>
          <p:cNvPr id="1082" name="Google Shape;1082;p72"/>
          <p:cNvSpPr txBox="1"/>
          <p:nvPr/>
        </p:nvSpPr>
        <p:spPr>
          <a:xfrm>
            <a:off x="0" y="932400"/>
            <a:ext cx="9770400" cy="37512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lt1"/>
              </a:buClr>
              <a:buSzPts val="1200"/>
              <a:buFont typeface="Sora"/>
              <a:buChar char="-"/>
            </a:pPr>
            <a:r>
              <a:rPr lang="en" sz="1200">
                <a:solidFill>
                  <a:schemeClr val="lt1"/>
                </a:solidFill>
                <a:latin typeface="Sora"/>
                <a:ea typeface="Sora"/>
                <a:cs typeface="Sora"/>
                <a:sym typeface="Sora"/>
              </a:rPr>
              <a:t>Goals achieved for this iteration: HTTPS, AI, Backend/Frontend integration.</a:t>
            </a:r>
            <a:endParaRPr sz="1200">
              <a:solidFill>
                <a:schemeClr val="lt1"/>
              </a:solidFill>
              <a:latin typeface="Sora"/>
              <a:ea typeface="Sora"/>
              <a:cs typeface="Sora"/>
              <a:sym typeface="Sora"/>
            </a:endParaRPr>
          </a:p>
          <a:p>
            <a:pPr indent="-304800" lvl="0" marL="457200" rtl="0" algn="l">
              <a:spcBef>
                <a:spcPts val="0"/>
              </a:spcBef>
              <a:spcAft>
                <a:spcPts val="0"/>
              </a:spcAft>
              <a:buClr>
                <a:schemeClr val="lt1"/>
              </a:buClr>
              <a:buSzPts val="1200"/>
              <a:buFont typeface="Sora"/>
              <a:buChar char="-"/>
            </a:pPr>
            <a:r>
              <a:rPr lang="en" sz="1200">
                <a:solidFill>
                  <a:schemeClr val="lt1"/>
                </a:solidFill>
                <a:latin typeface="Sora"/>
                <a:ea typeface="Sora"/>
                <a:cs typeface="Sora"/>
                <a:sym typeface="Sora"/>
              </a:rPr>
              <a:t>HTTPS: all external and internal communication happens using HTTPS. However, having this capability from the start will allow the microservices to securely communicate if they are ever deployed to different environments—such as different networks, virtual machines (VMs), or geographically distributed locations. This ensures that even if the services are separated by firewalls, network boundaries, or physical distance, they can still communicate securely over the internet.</a:t>
            </a:r>
            <a:endParaRPr sz="1200">
              <a:solidFill>
                <a:schemeClr val="lt1"/>
              </a:solidFill>
              <a:latin typeface="Sora"/>
              <a:ea typeface="Sora"/>
              <a:cs typeface="Sora"/>
              <a:sym typeface="Sora"/>
            </a:endParaRPr>
          </a:p>
          <a:p>
            <a:pPr indent="-304800" lvl="0" marL="457200" rtl="0" algn="l">
              <a:spcBef>
                <a:spcPts val="0"/>
              </a:spcBef>
              <a:spcAft>
                <a:spcPts val="0"/>
              </a:spcAft>
              <a:buClr>
                <a:schemeClr val="lt1"/>
              </a:buClr>
              <a:buSzPts val="1200"/>
              <a:buFont typeface="Sora"/>
              <a:buChar char="-"/>
            </a:pPr>
            <a:r>
              <a:rPr lang="en" sz="1200">
                <a:solidFill>
                  <a:schemeClr val="lt1"/>
                </a:solidFill>
                <a:latin typeface="Sora"/>
                <a:ea typeface="Sora"/>
                <a:cs typeface="Sora"/>
                <a:sym typeface="Sora"/>
              </a:rPr>
              <a:t>Talk about SSL. How for dev we use self </a:t>
            </a:r>
            <a:r>
              <a:rPr lang="en" sz="1200">
                <a:solidFill>
                  <a:schemeClr val="lt1"/>
                </a:solidFill>
                <a:latin typeface="Sora"/>
                <a:ea typeface="Sora"/>
                <a:cs typeface="Sora"/>
                <a:sym typeface="Sora"/>
              </a:rPr>
              <a:t>signed</a:t>
            </a:r>
            <a:r>
              <a:rPr lang="en" sz="1200">
                <a:solidFill>
                  <a:schemeClr val="lt1"/>
                </a:solidFill>
                <a:latin typeface="Sora"/>
                <a:ea typeface="Sora"/>
                <a:cs typeface="Sora"/>
                <a:sym typeface="Sora"/>
              </a:rPr>
              <a:t> certificates and for production and test we use </a:t>
            </a:r>
            <a:r>
              <a:rPr lang="en" sz="1200">
                <a:solidFill>
                  <a:schemeClr val="lt1"/>
                </a:solidFill>
                <a:latin typeface="Sora"/>
                <a:ea typeface="Sora"/>
                <a:cs typeface="Sora"/>
                <a:sym typeface="Sora"/>
              </a:rPr>
              <a:t>trusted</a:t>
            </a:r>
            <a:r>
              <a:rPr lang="en" sz="1200">
                <a:solidFill>
                  <a:schemeClr val="lt1"/>
                </a:solidFill>
                <a:latin typeface="Sora"/>
                <a:ea typeface="Sora"/>
                <a:cs typeface="Sora"/>
                <a:sym typeface="Sora"/>
              </a:rPr>
              <a:t> certificates (Let’s Encrypt)</a:t>
            </a:r>
            <a:endParaRPr sz="1200">
              <a:solidFill>
                <a:schemeClr val="lt1"/>
              </a:solidFill>
              <a:latin typeface="Sora"/>
              <a:ea typeface="Sora"/>
              <a:cs typeface="Sora"/>
              <a:sym typeface="Sora"/>
            </a:endParaRPr>
          </a:p>
          <a:p>
            <a:pPr indent="-304800" lvl="0" marL="457200" rtl="0" algn="l">
              <a:spcBef>
                <a:spcPts val="0"/>
              </a:spcBef>
              <a:spcAft>
                <a:spcPts val="0"/>
              </a:spcAft>
              <a:buClr>
                <a:schemeClr val="lt1"/>
              </a:buClr>
              <a:buSzPts val="1200"/>
              <a:buFont typeface="Sora"/>
              <a:buChar char="-"/>
            </a:pPr>
            <a:r>
              <a:rPr lang="en" sz="1200">
                <a:solidFill>
                  <a:schemeClr val="lt1"/>
                </a:solidFill>
                <a:latin typeface="Sora"/>
                <a:ea typeface="Sora"/>
                <a:cs typeface="Sora"/>
                <a:sym typeface="Sora"/>
              </a:rPr>
              <a:t>AI: added LLM/AI service called Groq. The Groq api runs inside its own microservice wrapper/</a:t>
            </a:r>
            <a:endParaRPr sz="1200">
              <a:solidFill>
                <a:schemeClr val="lt1"/>
              </a:solidFill>
              <a:latin typeface="Sora"/>
              <a:ea typeface="Sora"/>
              <a:cs typeface="Sora"/>
              <a:sym typeface="Sora"/>
            </a:endParaRPr>
          </a:p>
          <a:p>
            <a:pPr indent="-304800" lvl="0" marL="457200" rtl="0" algn="l">
              <a:spcBef>
                <a:spcPts val="0"/>
              </a:spcBef>
              <a:spcAft>
                <a:spcPts val="0"/>
              </a:spcAft>
              <a:buClr>
                <a:schemeClr val="lt1"/>
              </a:buClr>
              <a:buSzPts val="1200"/>
              <a:buFont typeface="Sora"/>
              <a:buChar char="-"/>
            </a:pPr>
            <a:r>
              <a:rPr lang="en" sz="1200">
                <a:solidFill>
                  <a:schemeClr val="lt1"/>
                </a:solidFill>
                <a:latin typeface="Sora"/>
                <a:ea typeface="Sora"/>
                <a:cs typeface="Sora"/>
                <a:sym typeface="Sora"/>
              </a:rPr>
              <a:t>Show some of the prompts we defined, for example the “tokens” one, describing what we want to achieve. Do a demo from </a:t>
            </a:r>
            <a:r>
              <a:rPr lang="en" sz="1200" u="sng">
                <a:solidFill>
                  <a:schemeClr val="hlink"/>
                </a:solidFill>
                <a:latin typeface="Sora"/>
                <a:ea typeface="Sora"/>
                <a:cs typeface="Sora"/>
                <a:sym typeface="Sora"/>
                <a:hlinkClick r:id="rId3"/>
              </a:rPr>
              <a:t>https://beatmap.live:8003/docs</a:t>
            </a:r>
            <a:r>
              <a:rPr lang="en" sz="1200">
                <a:solidFill>
                  <a:schemeClr val="lt1"/>
                </a:solidFill>
                <a:latin typeface="Sora"/>
                <a:ea typeface="Sora"/>
                <a:cs typeface="Sora"/>
                <a:sym typeface="Sora"/>
              </a:rPr>
              <a:t> showing the results from the AI call.</a:t>
            </a:r>
            <a:endParaRPr sz="1200">
              <a:solidFill>
                <a:schemeClr val="lt1"/>
              </a:solidFill>
              <a:latin typeface="Sora"/>
              <a:ea typeface="Sora"/>
              <a:cs typeface="Sora"/>
              <a:sym typeface="Sora"/>
            </a:endParaRPr>
          </a:p>
          <a:p>
            <a:pPr indent="-304800" lvl="0" marL="457200" rtl="0" algn="l">
              <a:spcBef>
                <a:spcPts val="0"/>
              </a:spcBef>
              <a:spcAft>
                <a:spcPts val="0"/>
              </a:spcAft>
              <a:buClr>
                <a:schemeClr val="lt1"/>
              </a:buClr>
              <a:buSzPts val="1200"/>
              <a:buFont typeface="Sora"/>
              <a:buChar char="-"/>
            </a:pPr>
            <a:r>
              <a:rPr lang="en" sz="1200">
                <a:solidFill>
                  <a:schemeClr val="lt1"/>
                </a:solidFill>
                <a:latin typeface="Sora"/>
                <a:ea typeface="Sora"/>
                <a:cs typeface="Sora"/>
                <a:sym typeface="Sora"/>
              </a:rPr>
              <a:t>Talk about the recommendation submission to the AI. </a:t>
            </a:r>
            <a:r>
              <a:rPr lang="en" sz="1200">
                <a:solidFill>
                  <a:schemeClr val="lt1"/>
                </a:solidFill>
                <a:latin typeface="Sora"/>
                <a:ea typeface="Sora"/>
                <a:cs typeface="Sora"/>
                <a:sym typeface="Sora"/>
              </a:rPr>
              <a:t>Explaining</a:t>
            </a:r>
            <a:r>
              <a:rPr lang="en" sz="1200">
                <a:solidFill>
                  <a:schemeClr val="lt1"/>
                </a:solidFill>
                <a:latin typeface="Sora"/>
                <a:ea typeface="Sora"/>
                <a:cs typeface="Sora"/>
                <a:sym typeface="Sora"/>
              </a:rPr>
              <a:t> that we submit both user preferences and a list of concerts received from jambase/ticketmaster and the AI curates the list of events to present the user.</a:t>
            </a:r>
            <a:endParaRPr sz="1200">
              <a:solidFill>
                <a:schemeClr val="lt1"/>
              </a:solidFill>
              <a:latin typeface="Sora"/>
              <a:ea typeface="Sora"/>
              <a:cs typeface="Sora"/>
              <a:sym typeface="Sora"/>
            </a:endParaRPr>
          </a:p>
          <a:p>
            <a:pPr indent="-304800" lvl="0" marL="457200" rtl="0" algn="l">
              <a:spcBef>
                <a:spcPts val="0"/>
              </a:spcBef>
              <a:spcAft>
                <a:spcPts val="0"/>
              </a:spcAft>
              <a:buClr>
                <a:schemeClr val="lt1"/>
              </a:buClr>
              <a:buSzPts val="1200"/>
              <a:buFont typeface="Sora"/>
              <a:buChar char="-"/>
            </a:pPr>
            <a:r>
              <a:rPr lang="en" sz="1200">
                <a:solidFill>
                  <a:schemeClr val="lt1"/>
                </a:solidFill>
                <a:latin typeface="Sora"/>
                <a:ea typeface="Sora"/>
                <a:cs typeface="Sora"/>
                <a:sym typeface="Sora"/>
              </a:rPr>
              <a:t>Do a demo from </a:t>
            </a:r>
            <a:r>
              <a:rPr lang="en" sz="1200" u="sng">
                <a:solidFill>
                  <a:schemeClr val="hlink"/>
                </a:solidFill>
                <a:latin typeface="Sora"/>
                <a:ea typeface="Sora"/>
                <a:cs typeface="Sora"/>
                <a:sym typeface="Sora"/>
                <a:hlinkClick r:id="rId4"/>
              </a:rPr>
              <a:t>https://beatmap.live</a:t>
            </a:r>
            <a:r>
              <a:rPr lang="en" sz="1200">
                <a:solidFill>
                  <a:schemeClr val="lt1"/>
                </a:solidFill>
                <a:latin typeface="Sora"/>
                <a:ea typeface="Sora"/>
                <a:cs typeface="Sora"/>
                <a:sym typeface="Sora"/>
              </a:rPr>
              <a:t>. </a:t>
            </a:r>
            <a:r>
              <a:rPr lang="en" sz="1200">
                <a:solidFill>
                  <a:schemeClr val="lt1"/>
                </a:solidFill>
                <a:latin typeface="Sora"/>
                <a:ea typeface="Sora"/>
                <a:cs typeface="Sora"/>
                <a:sym typeface="Sora"/>
              </a:rPr>
              <a:t>Emphasize</a:t>
            </a:r>
            <a:r>
              <a:rPr lang="en" sz="1200">
                <a:solidFill>
                  <a:schemeClr val="lt1"/>
                </a:solidFill>
                <a:latin typeface="Sora"/>
                <a:ea typeface="Sora"/>
                <a:cs typeface="Sora"/>
                <a:sym typeface="Sora"/>
              </a:rPr>
              <a:t> the use of HTTPS. Do a couple of searches, highlighting how the results match the user’s input.</a:t>
            </a:r>
            <a:endParaRPr sz="1200">
              <a:solidFill>
                <a:schemeClr val="lt1"/>
              </a:solidFill>
              <a:latin typeface="Sora"/>
              <a:ea typeface="Sora"/>
              <a:cs typeface="Sora"/>
              <a:sym typeface="Sora"/>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OVERLAYS">
  <a:themeElements>
    <a:clrScheme name="Simple Light">
      <a:dk1>
        <a:srgbClr val="FFFFFF"/>
      </a:dk1>
      <a:lt1>
        <a:srgbClr val="353535"/>
      </a:lt1>
      <a:dk2>
        <a:srgbClr val="E3DFD6"/>
      </a:dk2>
      <a:lt2>
        <a:srgbClr val="F0B03B"/>
      </a:lt2>
      <a:accent1>
        <a:srgbClr val="FFEB67"/>
      </a:accent1>
      <a:accent2>
        <a:srgbClr val="FF5777"/>
      </a:accent2>
      <a:accent3>
        <a:srgbClr val="41CC6B"/>
      </a:accent3>
      <a:accent4>
        <a:srgbClr val="4285F4"/>
      </a:accent4>
      <a:accent5>
        <a:srgbClr val="69615E"/>
      </a:accent5>
      <a:accent6>
        <a:srgbClr val="FF866D"/>
      </a:accent6>
      <a:hlink>
        <a:srgbClr val="2A29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